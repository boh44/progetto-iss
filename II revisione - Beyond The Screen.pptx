
<file path=[Content_Types].xml><?xml version="1.0" encoding="utf-8"?>
<Types xmlns="http://schemas.openxmlformats.org/package/2006/content-types">
  <Default Extension="bin" ContentType="image/unknown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embeddings/oleObject1.bin" ContentType="application/vnd.openxmlformats-officedocument.oleObject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notesMasterIdLst>
    <p:notesMasterId r:id="rId17"/>
  </p:notesMasterIdLst>
  <p:sldIdLst>
    <p:sldId id="256" r:id="rId2"/>
    <p:sldId id="257" r:id="rId3"/>
    <p:sldId id="284" r:id="rId4"/>
    <p:sldId id="258" r:id="rId5"/>
    <p:sldId id="275" r:id="rId6"/>
    <p:sldId id="276" r:id="rId7"/>
    <p:sldId id="277" r:id="rId8"/>
    <p:sldId id="278" r:id="rId9"/>
    <p:sldId id="282" r:id="rId10"/>
    <p:sldId id="273" r:id="rId11"/>
    <p:sldId id="280" r:id="rId12"/>
    <p:sldId id="279" r:id="rId13"/>
    <p:sldId id="283" r:id="rId14"/>
    <p:sldId id="281" r:id="rId15"/>
    <p:sldId id="270" r:id="rId1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80324DF-CFAF-4875-A538-37888477E60C}" v="1" dt="2026-01-13T17:30:54.72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92" autoAdjust="0"/>
    <p:restoredTop sz="91255" autoAdjust="0"/>
  </p:normalViewPr>
  <p:slideViewPr>
    <p:cSldViewPr snapToGrid="0">
      <p:cViewPr varScale="1">
        <p:scale>
          <a:sx n="68" d="100"/>
          <a:sy n="68" d="100"/>
        </p:scale>
        <p:origin x="645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ada Napoli" userId="b82e7b67cfbf9eed" providerId="LiveId" clId="{4C57F07C-D682-4F4D-B7BE-780206DCC998}"/>
    <pc:docChg chg="modSld sldOrd">
      <pc:chgData name="Giada Napoli" userId="b82e7b67cfbf9eed" providerId="LiveId" clId="{4C57F07C-D682-4F4D-B7BE-780206DCC998}" dt="2026-01-13T17:30:54.728" v="7"/>
      <pc:docMkLst>
        <pc:docMk/>
      </pc:docMkLst>
      <pc:sldChg chg="modSp mod">
        <pc:chgData name="Giada Napoli" userId="b82e7b67cfbf9eed" providerId="LiveId" clId="{4C57F07C-D682-4F4D-B7BE-780206DCC998}" dt="2026-01-13T16:18:23.913" v="1" actId="20577"/>
        <pc:sldMkLst>
          <pc:docMk/>
          <pc:sldMk cId="3473008847" sldId="257"/>
        </pc:sldMkLst>
        <pc:spChg chg="mod">
          <ac:chgData name="Giada Napoli" userId="b82e7b67cfbf9eed" providerId="LiveId" clId="{4C57F07C-D682-4F4D-B7BE-780206DCC998}" dt="2026-01-13T16:18:23.913" v="1" actId="20577"/>
          <ac:spMkLst>
            <pc:docMk/>
            <pc:sldMk cId="3473008847" sldId="257"/>
            <ac:spMk id="104" creationId="{2CFABD4A-B1CC-0A99-2AD0-5DA86F6C39CA}"/>
          </ac:spMkLst>
        </pc:spChg>
      </pc:sldChg>
      <pc:sldChg chg="addSp delSp modSp mod">
        <pc:chgData name="Giada Napoli" userId="b82e7b67cfbf9eed" providerId="LiveId" clId="{4C57F07C-D682-4F4D-B7BE-780206DCC998}" dt="2026-01-13T17:30:54.728" v="7"/>
        <pc:sldMkLst>
          <pc:docMk/>
          <pc:sldMk cId="233208581" sldId="281"/>
        </pc:sldMkLst>
        <pc:spChg chg="del">
          <ac:chgData name="Giada Napoli" userId="b82e7b67cfbf9eed" providerId="LiveId" clId="{4C57F07C-D682-4F4D-B7BE-780206DCC998}" dt="2026-01-13T17:00:21.596" v="2"/>
          <ac:spMkLst>
            <pc:docMk/>
            <pc:sldMk cId="233208581" sldId="281"/>
            <ac:spMk id="3" creationId="{8D7C5116-F9AD-E657-9E06-ABEA40A3786B}"/>
          </ac:spMkLst>
        </pc:spChg>
        <pc:graphicFrameChg chg="add mod">
          <ac:chgData name="Giada Napoli" userId="b82e7b67cfbf9eed" providerId="LiveId" clId="{4C57F07C-D682-4F4D-B7BE-780206DCC998}" dt="2026-01-13T17:00:27.115" v="4" actId="1076"/>
          <ac:graphicFrameMkLst>
            <pc:docMk/>
            <pc:sldMk cId="233208581" sldId="281"/>
            <ac:graphicFrameMk id="4" creationId="{D3EC3BD3-EE37-BD67-DF0D-6CA4E81698AD}"/>
          </ac:graphicFrameMkLst>
        </pc:graphicFrameChg>
        <pc:picChg chg="add mod">
          <ac:chgData name="Giada Napoli" userId="b82e7b67cfbf9eed" providerId="LiveId" clId="{4C57F07C-D682-4F4D-B7BE-780206DCC998}" dt="2026-01-13T17:30:54.728" v="7"/>
          <ac:picMkLst>
            <pc:docMk/>
            <pc:sldMk cId="233208581" sldId="281"/>
            <ac:picMk id="3" creationId="{F455202F-5B8A-0F5B-115F-60A0186DA7F7}"/>
          </ac:picMkLst>
        </pc:picChg>
        <pc:picChg chg="add mod">
          <ac:chgData name="Giada Napoli" userId="b82e7b67cfbf9eed" providerId="LiveId" clId="{4C57F07C-D682-4F4D-B7BE-780206DCC998}" dt="2026-01-13T17:30:54.728" v="7"/>
          <ac:picMkLst>
            <pc:docMk/>
            <pc:sldMk cId="233208581" sldId="281"/>
            <ac:picMk id="5" creationId="{A1837710-6BC4-F0DE-DE0D-77A1F3BE642B}"/>
          </ac:picMkLst>
        </pc:picChg>
        <pc:picChg chg="add mod">
          <ac:chgData name="Giada Napoli" userId="b82e7b67cfbf9eed" providerId="LiveId" clId="{4C57F07C-D682-4F4D-B7BE-780206DCC998}" dt="2026-01-13T17:30:54.728" v="7"/>
          <ac:picMkLst>
            <pc:docMk/>
            <pc:sldMk cId="233208581" sldId="281"/>
            <ac:picMk id="6" creationId="{D92F046A-FC53-2E46-EFAA-8555161B2334}"/>
          </ac:picMkLst>
        </pc:picChg>
      </pc:sldChg>
      <pc:sldChg chg="ord">
        <pc:chgData name="Giada Napoli" userId="b82e7b67cfbf9eed" providerId="LiveId" clId="{4C57F07C-D682-4F4D-B7BE-780206DCC998}" dt="2026-01-13T17:29:58.225" v="6"/>
        <pc:sldMkLst>
          <pc:docMk/>
          <pc:sldMk cId="2235740391" sldId="28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A72B57-2BBF-46CA-8875-3C8935559E7E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947585-8B0F-4E86-B82B-356D92A6AE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349835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47585-8B0F-4E86-B82B-356D92A6AEDE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886364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6A003-060D-5C62-20EA-990DCAD0C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BD3FE07-23CD-06F5-2AD5-9116F84470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6788D9A-27F0-FED2-1D6D-4583CB05FE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77359D8-3C2C-048F-9CFE-13040F20D2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47585-8B0F-4E86-B82B-356D92A6AEDE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377802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A1826-1B3E-4E2E-8D6C-93BCEAA3D6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07200" y="1096965"/>
            <a:ext cx="7977600" cy="2085696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B5F0CE-1714-4650-9690-5676C06349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16000" y="3945771"/>
            <a:ext cx="5760000" cy="1832730"/>
          </a:xfrm>
        </p:spPr>
        <p:txBody>
          <a:bodyPr>
            <a:normAutofit/>
          </a:bodyPr>
          <a:lstStyle>
            <a:lvl1pPr marL="0" indent="0" algn="ctr">
              <a:lnSpc>
                <a:spcPct val="125000"/>
              </a:lnSpc>
              <a:buNone/>
              <a:defRPr sz="2400" i="0" spc="5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D0CA85-BF38-4762-934C-D00F2047C2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9CA3C9-6579-49D9-A5FD-20231FB4B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B94FE-6287-4D49-B0E5-FE9A9BA75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‹N›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0C0B2A-3FD1-4235-A16E-0ED1E028A93E}"/>
              </a:ext>
            </a:extLst>
          </p:cNvPr>
          <p:cNvCxnSpPr>
            <a:cxnSpLocks/>
          </p:cNvCxnSpPr>
          <p:nvPr/>
        </p:nvCxnSpPr>
        <p:spPr>
          <a:xfrm>
            <a:off x="5826000" y="3525773"/>
            <a:ext cx="5400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9494E066-0146-46E9-BAF1-C33240ABA294}"/>
              </a:ext>
            </a:extLst>
          </p:cNvPr>
          <p:cNvGrpSpPr/>
          <p:nvPr/>
        </p:nvGrpSpPr>
        <p:grpSpPr>
          <a:xfrm rot="2700000">
            <a:off x="10127693" y="4178240"/>
            <a:ext cx="633413" cy="1862138"/>
            <a:chOff x="5959192" y="333389"/>
            <a:chExt cx="633413" cy="1862138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B02BD80B-C499-4DAC-9580-575B04F8658F}"/>
                </a:ext>
              </a:extLst>
            </p:cNvPr>
            <p:cNvGrpSpPr/>
            <p:nvPr/>
          </p:nvGrpSpPr>
          <p:grpSpPr>
            <a:xfrm>
              <a:off x="5959192" y="333389"/>
              <a:ext cx="633413" cy="1419225"/>
              <a:chOff x="5959192" y="333389"/>
              <a:chExt cx="633413" cy="1419225"/>
            </a:xfrm>
          </p:grpSpPr>
          <p:sp>
            <p:nvSpPr>
              <p:cNvPr id="11" name="Freeform 68">
                <a:extLst>
                  <a:ext uri="{FF2B5EF4-FFF2-40B4-BE49-F238E27FC236}">
                    <a16:creationId xmlns:a16="http://schemas.microsoft.com/office/drawing/2014/main" id="{CCF069F3-858C-4C67-90C2-46017C3D4C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59192" y="333389"/>
                <a:ext cx="319088" cy="1419225"/>
              </a:xfrm>
              <a:custGeom>
                <a:avLst/>
                <a:gdLst>
                  <a:gd name="T0" fmla="*/ 0 w 67"/>
                  <a:gd name="T1" fmla="*/ 149 h 298"/>
                  <a:gd name="T2" fmla="*/ 67 w 67"/>
                  <a:gd name="T3" fmla="*/ 298 h 298"/>
                  <a:gd name="T4" fmla="*/ 67 w 67"/>
                  <a:gd name="T5" fmla="*/ 0 h 298"/>
                  <a:gd name="T6" fmla="*/ 0 w 67"/>
                  <a:gd name="T7" fmla="*/ 149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149"/>
                    </a:moveTo>
                    <a:cubicBezTo>
                      <a:pt x="0" y="208"/>
                      <a:pt x="26" y="261"/>
                      <a:pt x="67" y="298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26" y="36"/>
                      <a:pt x="0" y="89"/>
                      <a:pt x="0" y="149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" name="Freeform 69">
                <a:extLst>
                  <a:ext uri="{FF2B5EF4-FFF2-40B4-BE49-F238E27FC236}">
                    <a16:creationId xmlns:a16="http://schemas.microsoft.com/office/drawing/2014/main" id="{8A1FFA52-DFA8-4A81-8A85-50BE13257F5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78280" y="333389"/>
                <a:ext cx="314325" cy="1419225"/>
              </a:xfrm>
              <a:custGeom>
                <a:avLst/>
                <a:gdLst>
                  <a:gd name="T0" fmla="*/ 0 w 66"/>
                  <a:gd name="T1" fmla="*/ 0 h 298"/>
                  <a:gd name="T2" fmla="*/ 0 w 66"/>
                  <a:gd name="T3" fmla="*/ 298 h 298"/>
                  <a:gd name="T4" fmla="*/ 66 w 66"/>
                  <a:gd name="T5" fmla="*/ 149 h 298"/>
                  <a:gd name="T6" fmla="*/ 0 w 66"/>
                  <a:gd name="T7" fmla="*/ 0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298">
                    <a:moveTo>
                      <a:pt x="0" y="0"/>
                    </a:moveTo>
                    <a:cubicBezTo>
                      <a:pt x="0" y="298"/>
                      <a:pt x="0" y="298"/>
                      <a:pt x="0" y="298"/>
                    </a:cubicBezTo>
                    <a:cubicBezTo>
                      <a:pt x="41" y="261"/>
                      <a:pt x="66" y="208"/>
                      <a:pt x="66" y="149"/>
                    </a:cubicBezTo>
                    <a:cubicBezTo>
                      <a:pt x="66" y="89"/>
                      <a:pt x="41" y="36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27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10" name="Line 70">
              <a:extLst>
                <a:ext uri="{FF2B5EF4-FFF2-40B4-BE49-F238E27FC236}">
                  <a16:creationId xmlns:a16="http://schemas.microsoft.com/office/drawing/2014/main" id="{BAEDA471-60CB-4A0C-B9AD-B2B3C51EA2F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278280" y="333389"/>
              <a:ext cx="0" cy="1862138"/>
            </a:xfrm>
            <a:prstGeom prst="line">
              <a:avLst/>
            </a:prstGeom>
            <a:noFill/>
            <a:ln w="12700" cap="flat">
              <a:solidFill>
                <a:srgbClr val="FFFF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48031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32E59-6597-437B-B2F8-E2DD1F86A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3BC1D-912E-4012-84AC-A509C9EF4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77110C-4AA3-4101-B3BD-140B90AF9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50F189-4D8E-4DE6-8295-CF92FA8BF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F33EC-1ACF-4D46-AEA5-A20802210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582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45267-19A7-4A3D-9658-AD3F78DD35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000" y="2305800"/>
            <a:ext cx="4636800" cy="2246400"/>
          </a:xfrm>
        </p:spPr>
        <p:txBody>
          <a:bodyPr anchor="ctr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F17554-5672-499F-BEB9-AB069E6D1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565250" y="2305800"/>
            <a:ext cx="4636800" cy="22464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25000"/>
              </a:lnSpc>
              <a:buNone/>
              <a:defRPr sz="2400" i="1">
                <a:solidFill>
                  <a:schemeClr val="tx1">
                    <a:alpha val="6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CBA3C6-C279-46AA-B4EE-5F861D83D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t>1/13/2026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4C125B-DDB9-4F4E-B9E9-A747E648FC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3D465E-E86B-42A8-B18A-9046E40D6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‹N›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681007E-0E57-40DB-9A98-D04E0A05937B}"/>
              </a:ext>
            </a:extLst>
          </p:cNvPr>
          <p:cNvSpPr/>
          <p:nvPr/>
        </p:nvSpPr>
        <p:spPr>
          <a:xfrm>
            <a:off x="1437136" y="649304"/>
            <a:ext cx="340415" cy="340415"/>
          </a:xfrm>
          <a:prstGeom prst="ellipse">
            <a:avLst/>
          </a:prstGeom>
          <a:gradFill flip="none" rotWithShape="1">
            <a:gsLst>
              <a:gs pos="0">
                <a:srgbClr val="FFFFFF">
                  <a:alpha val="80000"/>
                </a:srgbClr>
              </a:gs>
              <a:gs pos="100000">
                <a:srgbClr val="FFFFFF">
                  <a:alpha val="10000"/>
                </a:srgbClr>
              </a:gs>
            </a:gsLst>
            <a:lin ang="2700000" scaled="0"/>
            <a:tileRect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C2D7ED2-BAE3-470E-9EFF-F2A49EDD9767}"/>
              </a:ext>
            </a:extLst>
          </p:cNvPr>
          <p:cNvGrpSpPr/>
          <p:nvPr/>
        </p:nvGrpSpPr>
        <p:grpSpPr>
          <a:xfrm rot="10800000">
            <a:off x="1079500" y="952167"/>
            <a:ext cx="641184" cy="1069728"/>
            <a:chOff x="6484111" y="2967038"/>
            <a:chExt cx="641184" cy="1069728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5B14D1A-9E1B-41C3-96AA-A5C40C4F9B3A}"/>
                </a:ext>
              </a:extLst>
            </p:cNvPr>
            <p:cNvGrpSpPr/>
            <p:nvPr/>
          </p:nvGrpSpPr>
          <p:grpSpPr>
            <a:xfrm>
              <a:off x="6808136" y="2967038"/>
              <a:ext cx="317159" cy="932400"/>
              <a:chOff x="6808136" y="2967038"/>
              <a:chExt cx="317159" cy="932400"/>
            </a:xfrm>
          </p:grpSpPr>
          <p:sp>
            <p:nvSpPr>
              <p:cNvPr id="14" name="Freeform 68">
                <a:extLst>
                  <a:ext uri="{FF2B5EF4-FFF2-40B4-BE49-F238E27FC236}">
                    <a16:creationId xmlns:a16="http://schemas.microsoft.com/office/drawing/2014/main" id="{00EC83EC-04A6-4533-80A5-B1817F1FB3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08136" y="2967038"/>
                <a:ext cx="159772" cy="710627"/>
              </a:xfrm>
              <a:custGeom>
                <a:avLst/>
                <a:gdLst>
                  <a:gd name="T0" fmla="*/ 0 w 67"/>
                  <a:gd name="T1" fmla="*/ 149 h 298"/>
                  <a:gd name="T2" fmla="*/ 67 w 67"/>
                  <a:gd name="T3" fmla="*/ 298 h 298"/>
                  <a:gd name="T4" fmla="*/ 67 w 67"/>
                  <a:gd name="T5" fmla="*/ 0 h 298"/>
                  <a:gd name="T6" fmla="*/ 0 w 67"/>
                  <a:gd name="T7" fmla="*/ 149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149"/>
                    </a:moveTo>
                    <a:cubicBezTo>
                      <a:pt x="0" y="208"/>
                      <a:pt x="26" y="261"/>
                      <a:pt x="67" y="298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26" y="36"/>
                      <a:pt x="0" y="89"/>
                      <a:pt x="0" y="149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5" name="Freeform 69">
                <a:extLst>
                  <a:ext uri="{FF2B5EF4-FFF2-40B4-BE49-F238E27FC236}">
                    <a16:creationId xmlns:a16="http://schemas.microsoft.com/office/drawing/2014/main" id="{BF61FF24-9074-4265-ACF4-1AEC3621B76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967908" y="2967038"/>
                <a:ext cx="157387" cy="710627"/>
              </a:xfrm>
              <a:custGeom>
                <a:avLst/>
                <a:gdLst>
                  <a:gd name="T0" fmla="*/ 0 w 66"/>
                  <a:gd name="T1" fmla="*/ 0 h 298"/>
                  <a:gd name="T2" fmla="*/ 0 w 66"/>
                  <a:gd name="T3" fmla="*/ 298 h 298"/>
                  <a:gd name="T4" fmla="*/ 66 w 66"/>
                  <a:gd name="T5" fmla="*/ 149 h 298"/>
                  <a:gd name="T6" fmla="*/ 0 w 66"/>
                  <a:gd name="T7" fmla="*/ 0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298">
                    <a:moveTo>
                      <a:pt x="0" y="0"/>
                    </a:moveTo>
                    <a:cubicBezTo>
                      <a:pt x="0" y="298"/>
                      <a:pt x="0" y="298"/>
                      <a:pt x="0" y="298"/>
                    </a:cubicBezTo>
                    <a:cubicBezTo>
                      <a:pt x="41" y="261"/>
                      <a:pt x="66" y="208"/>
                      <a:pt x="66" y="149"/>
                    </a:cubicBezTo>
                    <a:cubicBezTo>
                      <a:pt x="66" y="89"/>
                      <a:pt x="41" y="36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27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6" name="Line 70">
                <a:extLst>
                  <a:ext uri="{FF2B5EF4-FFF2-40B4-BE49-F238E27FC236}">
                    <a16:creationId xmlns:a16="http://schemas.microsoft.com/office/drawing/2014/main" id="{8D31D9FF-672B-4C5E-B4B2-DD86A124413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967908" y="2967038"/>
                <a:ext cx="0" cy="932400"/>
              </a:xfrm>
              <a:prstGeom prst="line">
                <a:avLst/>
              </a:prstGeom>
              <a:noFill/>
              <a:ln w="12700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991EBFD-EBD5-48CE-9178-AF5B6F50D416}"/>
                </a:ext>
              </a:extLst>
            </p:cNvPr>
            <p:cNvGrpSpPr/>
            <p:nvPr/>
          </p:nvGrpSpPr>
          <p:grpSpPr>
            <a:xfrm rot="18900000" flipH="1">
              <a:off x="6484111" y="3104366"/>
              <a:ext cx="317159" cy="932400"/>
              <a:chOff x="6808136" y="2967038"/>
              <a:chExt cx="317159" cy="932400"/>
            </a:xfrm>
          </p:grpSpPr>
          <p:sp>
            <p:nvSpPr>
              <p:cNvPr id="11" name="Freeform 68">
                <a:extLst>
                  <a:ext uri="{FF2B5EF4-FFF2-40B4-BE49-F238E27FC236}">
                    <a16:creationId xmlns:a16="http://schemas.microsoft.com/office/drawing/2014/main" id="{1B45F046-3129-4A30-9402-44BA590CD1B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08136" y="2967038"/>
                <a:ext cx="159772" cy="710627"/>
              </a:xfrm>
              <a:custGeom>
                <a:avLst/>
                <a:gdLst>
                  <a:gd name="T0" fmla="*/ 0 w 67"/>
                  <a:gd name="T1" fmla="*/ 149 h 298"/>
                  <a:gd name="T2" fmla="*/ 67 w 67"/>
                  <a:gd name="T3" fmla="*/ 298 h 298"/>
                  <a:gd name="T4" fmla="*/ 67 w 67"/>
                  <a:gd name="T5" fmla="*/ 0 h 298"/>
                  <a:gd name="T6" fmla="*/ 0 w 67"/>
                  <a:gd name="T7" fmla="*/ 149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149"/>
                    </a:moveTo>
                    <a:cubicBezTo>
                      <a:pt x="0" y="208"/>
                      <a:pt x="26" y="261"/>
                      <a:pt x="67" y="298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26" y="36"/>
                      <a:pt x="0" y="89"/>
                      <a:pt x="0" y="149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" name="Freeform 69">
                <a:extLst>
                  <a:ext uri="{FF2B5EF4-FFF2-40B4-BE49-F238E27FC236}">
                    <a16:creationId xmlns:a16="http://schemas.microsoft.com/office/drawing/2014/main" id="{24589F32-BB2E-46B1-BAB5-75EA779C7A2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967908" y="2967038"/>
                <a:ext cx="157387" cy="710627"/>
              </a:xfrm>
              <a:custGeom>
                <a:avLst/>
                <a:gdLst>
                  <a:gd name="T0" fmla="*/ 0 w 66"/>
                  <a:gd name="T1" fmla="*/ 0 h 298"/>
                  <a:gd name="T2" fmla="*/ 0 w 66"/>
                  <a:gd name="T3" fmla="*/ 298 h 298"/>
                  <a:gd name="T4" fmla="*/ 66 w 66"/>
                  <a:gd name="T5" fmla="*/ 149 h 298"/>
                  <a:gd name="T6" fmla="*/ 0 w 66"/>
                  <a:gd name="T7" fmla="*/ 0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298">
                    <a:moveTo>
                      <a:pt x="0" y="0"/>
                    </a:moveTo>
                    <a:cubicBezTo>
                      <a:pt x="0" y="298"/>
                      <a:pt x="0" y="298"/>
                      <a:pt x="0" y="298"/>
                    </a:cubicBezTo>
                    <a:cubicBezTo>
                      <a:pt x="41" y="261"/>
                      <a:pt x="66" y="208"/>
                      <a:pt x="66" y="149"/>
                    </a:cubicBezTo>
                    <a:cubicBezTo>
                      <a:pt x="66" y="89"/>
                      <a:pt x="41" y="36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27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3" name="Line 70">
                <a:extLst>
                  <a:ext uri="{FF2B5EF4-FFF2-40B4-BE49-F238E27FC236}">
                    <a16:creationId xmlns:a16="http://schemas.microsoft.com/office/drawing/2014/main" id="{0BD46CA5-AE89-4413-AB8D-347179D881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967908" y="2967038"/>
                <a:ext cx="0" cy="932400"/>
              </a:xfrm>
              <a:prstGeom prst="line">
                <a:avLst/>
              </a:prstGeom>
              <a:noFill/>
              <a:ln w="12700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43A360-3214-4DB8-BD85-C6AE48D02D3A}"/>
              </a:ext>
            </a:extLst>
          </p:cNvPr>
          <p:cNvCxnSpPr>
            <a:cxnSpLocks/>
          </p:cNvCxnSpPr>
          <p:nvPr/>
        </p:nvCxnSpPr>
        <p:spPr>
          <a:xfrm rot="16200000" flipH="1">
            <a:off x="5826000" y="3429001"/>
            <a:ext cx="5400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69609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4AEE3-6C7B-402E-B26D-1D079D78D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101641-6BDA-433D-9393-1DDACE0670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89400" y="1685925"/>
            <a:ext cx="4928400" cy="4092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8F8D2A-A489-488D-B1E1-23F36D3E95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74202" y="1685925"/>
            <a:ext cx="4928400" cy="4092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A242E8-AEEF-4BBD-94E9-86F89D695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58D2CA-06C9-412D-A5D6-F97DDBBB0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1A80D9-E04B-47BF-80DA-01E68346A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9029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42251-8A4B-463E-982B-C657C3810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400" y="395289"/>
            <a:ext cx="10213200" cy="111283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74D5E-AC0B-46BF-8840-61CC89C3B6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89399" y="1736732"/>
            <a:ext cx="4928400" cy="661912"/>
          </a:xfrm>
        </p:spPr>
        <p:txBody>
          <a:bodyPr anchor="b">
            <a:normAutofit/>
          </a:bodyPr>
          <a:lstStyle>
            <a:lvl1pPr marL="0" indent="0">
              <a:buNone/>
              <a:defRPr sz="1600" b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1A0738-7A90-4A35-AB98-9656D61872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89400" y="2431256"/>
            <a:ext cx="4928400" cy="33472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DADFE01-1BA7-4288-9355-8B2B508BE5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4200" y="1736732"/>
            <a:ext cx="4928400" cy="662400"/>
          </a:xfrm>
        </p:spPr>
        <p:txBody>
          <a:bodyPr anchor="b">
            <a:normAutofit/>
          </a:bodyPr>
          <a:lstStyle>
            <a:lvl1pPr marL="0" indent="0">
              <a:buNone/>
              <a:defRPr sz="1600" b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D49F77-6C55-47AC-B1AE-5D9906DBD7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4200" y="2431257"/>
            <a:ext cx="4928400" cy="33472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D8EF53-AF86-47E8-83DC-8C419847A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C01D653-ED9A-46D3-A97F-B5FA1DAE6C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5B9B66-64EA-4022-BD96-ECF2A80C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350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3B6B0-54DE-4F2D-84DD-D06CD3B11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FFE053-BB16-4940-B248-2D496BB29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FBD80C-6CA1-42DB-B732-4807A27DA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A9DA86-C177-42C6-90F8-37C6844A2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345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46A27C-9BDA-43B3-96EA-C145EA7F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1FBD5E-AA17-42F1-8615-49F2664DD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57A2D5-EBE5-43DD-8CF2-8B90801A0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8032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451E1-40E1-4ED2-A9E3-6376E774A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001" y="955674"/>
            <a:ext cx="3531600" cy="138499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AAE5E-AD83-40D4-8BDB-6B2525024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4850" y="882651"/>
            <a:ext cx="5760000" cy="48958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4DF8E2-A28B-4889-AD9E-1D733FEA2E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89401" y="2584759"/>
            <a:ext cx="3531600" cy="319374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2EF812-B775-468C-84D9-4394CC19F2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E1DEB3-5237-467C-A5B6-EDA7F366E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77A6B-440F-4D7B-92DA-1B964D029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‹N›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C89B2F1-1E32-44DB-B50E-BEA1896CAD8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/>
        </p:nvCxnSpPr>
        <p:spPr>
          <a:xfrm>
            <a:off x="4979988" y="540000"/>
            <a:ext cx="0" cy="5778000"/>
          </a:xfrm>
          <a:prstGeom prst="line">
            <a:avLst/>
          </a:prstGeom>
          <a:ln w="12700">
            <a:solidFill>
              <a:srgbClr val="FFFFFF">
                <a:alpha val="4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4224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6B204-119E-45DB-A177-995FF5D9B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000" y="955456"/>
            <a:ext cx="3531600" cy="1384995"/>
          </a:xfrm>
        </p:spPr>
        <p:txBody>
          <a:bodyPr anchor="b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CD3036-53A8-4361-AAAC-D8072EB470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537200" y="540001"/>
            <a:ext cx="6115050" cy="52385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FCFCD5-820E-47D9-9A60-57680C4C94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90000" y="2584758"/>
            <a:ext cx="3531600" cy="3284229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2446C3-A62E-4690-9098-53D59C4C3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A6C8B8-EA3D-45E5-950A-B6F1EA0B4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2ACAB7-ADBF-42E5-A214-232BA9EFB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‹N›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0E80DA6-B971-46B7-B0D3-8581AE0B6AC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/>
        </p:nvCxnSpPr>
        <p:spPr>
          <a:xfrm>
            <a:off x="4979988" y="540000"/>
            <a:ext cx="0" cy="5778000"/>
          </a:xfrm>
          <a:prstGeom prst="line">
            <a:avLst/>
          </a:prstGeom>
          <a:ln w="12700">
            <a:solidFill>
              <a:srgbClr val="FFFFFF">
                <a:alpha val="4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44753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FB6D0-92CA-4910-AE77-E238F4C89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913172-A138-4DD4-A5B1-58BA625078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897B9-E4AD-469B-A60D-9A1A4BD19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C5E1B0-48D6-4F99-9955-39958BA96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9F49DA-55D4-4E36-AEB9-A0E99E31A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923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FEBC7C-C5C1-4A79-A195-B35701C289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D34A74-3328-469B-ABCA-96F2FE3687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AE19AB-5637-455E-89C3-B41702C20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64F2A3-EBEE-4F42-BAC2-A482F00E6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E1C27-1A43-4B0B-88D0-0C5FE1DBE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136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2DDA7E-8449-42D1-93BD-4E96C1BFC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400" y="395289"/>
            <a:ext cx="10213200" cy="1112836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2EB64-DBC0-4012-830E-9166670D17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89400" y="1685925"/>
            <a:ext cx="10213200" cy="40401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9A3E9-8704-4E26-A519-8215B3E943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0000" y="6357168"/>
            <a:ext cx="1760150" cy="4616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cap="all" spc="200" baseline="0">
                <a:solidFill>
                  <a:schemeClr val="tx1">
                    <a:alpha val="60000"/>
                  </a:schemeClr>
                </a:solidFill>
                <a:latin typeface="+mj-lt"/>
              </a:defRPr>
            </a:lvl1pPr>
          </a:lstStyle>
          <a:p>
            <a:fld id="{4EC743F4-8769-40B4-85DF-6CB8DE9F66AA}" type="datetimeFigureOut">
              <a:rPr lang="en-US" smtClean="0"/>
              <a:pPr/>
              <a:t>1/13/2026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590E32-87A0-44C2-A299-D45FAB146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54312" y="6357600"/>
            <a:ext cx="6683376" cy="460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cap="all" spc="300" baseline="0">
                <a:solidFill>
                  <a:schemeClr val="tx1">
                    <a:alpha val="60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1C1A41-01A7-44E2-965B-ACFD4F2806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82800" y="6357600"/>
            <a:ext cx="1760150" cy="460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spc="200" baseline="0">
                <a:solidFill>
                  <a:schemeClr val="tx1">
                    <a:alpha val="60000"/>
                  </a:schemeClr>
                </a:solidFill>
                <a:latin typeface="+mj-lt"/>
              </a:defRPr>
            </a:lvl1pPr>
          </a:lstStyle>
          <a:p>
            <a:fld id="{FF2BD96E-3838-45D2-9031-D3AF67C920A5}" type="slidenum">
              <a:rPr lang="en-US" smtClean="0"/>
              <a:pPr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1771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01" r:id="rId5"/>
    <p:sldLayoutId id="2147483706" r:id="rId6"/>
    <p:sldLayoutId id="2147483702" r:id="rId7"/>
    <p:sldLayoutId id="2147483703" r:id="rId8"/>
    <p:sldLayoutId id="2147483704" r:id="rId9"/>
    <p:sldLayoutId id="2147483705" r:id="rId10"/>
    <p:sldLayoutId id="2147483707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 cap="none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lnSpc>
          <a:spcPct val="150000"/>
        </a:lnSpc>
        <a:spcBef>
          <a:spcPts val="1000"/>
        </a:spcBef>
        <a:buClr>
          <a:schemeClr val="accent3"/>
        </a:buClr>
        <a:buFont typeface="Wingdings" panose="05000000000000000000" pitchFamily="2" charset="2"/>
        <a:buChar char=""/>
        <a:defRPr sz="2000" kern="1200" spc="5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1pPr>
      <a:lvl2pPr marL="360000" indent="0" algn="l" defTabSz="914400" rtl="0" eaLnBrk="1" latinLnBrk="0" hangingPunct="1">
        <a:lnSpc>
          <a:spcPct val="150000"/>
        </a:lnSpc>
        <a:spcBef>
          <a:spcPts val="500"/>
        </a:spcBef>
        <a:buFontTx/>
        <a:buNone/>
        <a:defRPr sz="2000" b="0" i="1" kern="1200" spc="50" baseline="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lnSpc>
          <a:spcPct val="150000"/>
        </a:lnSpc>
        <a:spcBef>
          <a:spcPts val="500"/>
        </a:spcBef>
        <a:buClr>
          <a:schemeClr val="accent3"/>
        </a:buClr>
        <a:buFont typeface="Wingdings" panose="05000000000000000000" pitchFamily="2" charset="2"/>
        <a:buChar char=""/>
        <a:defRPr sz="2000" kern="1200" spc="5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3pPr>
      <a:lvl4pPr marL="1080000" indent="0" algn="l" defTabSz="914400" rtl="0" eaLnBrk="1" latinLnBrk="0" hangingPunct="1">
        <a:lnSpc>
          <a:spcPct val="150000"/>
        </a:lnSpc>
        <a:spcBef>
          <a:spcPts val="500"/>
        </a:spcBef>
        <a:buClr>
          <a:schemeClr val="accent3"/>
        </a:buClr>
        <a:buFontTx/>
        <a:buNone/>
        <a:defRPr sz="2000" b="0" i="1" kern="1200" spc="50" baseline="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lnSpc>
          <a:spcPct val="150000"/>
        </a:lnSpc>
        <a:spcBef>
          <a:spcPts val="500"/>
        </a:spcBef>
        <a:buClr>
          <a:schemeClr val="accent3"/>
        </a:buClr>
        <a:buFont typeface="Wingdings" panose="05000000000000000000" pitchFamily="2" charset="2"/>
        <a:buChar char=""/>
        <a:defRPr sz="2000" kern="1200" spc="5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openxmlformats.org/officeDocument/2006/relationships/image" Target="../media/image3.png"/><Relationship Id="rId10" Type="http://schemas.openxmlformats.org/officeDocument/2006/relationships/image" Target="../media/image6.png"/><Relationship Id="rId4" Type="http://schemas.microsoft.com/office/2007/relationships/hdphoto" Target="../media/hdphoto1.wdp"/><Relationship Id="rId9" Type="http://schemas.openxmlformats.org/officeDocument/2006/relationships/image" Target="../media/image5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gif"/><Relationship Id="rId5" Type="http://schemas.openxmlformats.org/officeDocument/2006/relationships/image" Target="../media/image8.gif"/><Relationship Id="rId10" Type="http://schemas.openxmlformats.org/officeDocument/2006/relationships/image" Target="../media/image13.gif"/><Relationship Id="rId4" Type="http://schemas.microsoft.com/office/2007/relationships/hdphoto" Target="../media/hdphoto4.wdp"/><Relationship Id="rId9" Type="http://schemas.openxmlformats.org/officeDocument/2006/relationships/image" Target="../media/image12.gi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18.gif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gif"/><Relationship Id="rId5" Type="http://schemas.openxmlformats.org/officeDocument/2006/relationships/hyperlink" Target="https://serpenti.atlassian.net/jira/software/projects/SER/boards/1/backlog?atlOrigin=eyJpIjoiNDgzMWJjZmIwNzQ0NDQzZTkzZjIzMmUzZjc1OTdkNjciLCJwIjoiaiJ9" TargetMode="External"/><Relationship Id="rId4" Type="http://schemas.openxmlformats.org/officeDocument/2006/relationships/image" Target="../media/image16.png"/><Relationship Id="rId9" Type="http://schemas.microsoft.com/office/2007/relationships/hdphoto" Target="../media/hdphoto5.wdp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7" Type="http://schemas.openxmlformats.org/officeDocument/2006/relationships/image" Target="../media/image2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gif"/><Relationship Id="rId5" Type="http://schemas.openxmlformats.org/officeDocument/2006/relationships/image" Target="../media/image21.gif"/><Relationship Id="rId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gif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7" Type="http://schemas.openxmlformats.org/officeDocument/2006/relationships/image" Target="../media/image28.bin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microsoft.com/office/2007/relationships/hdphoto" Target="../media/hdphoto6.wdp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microsoft.com/office/2007/relationships/hdphoto" Target="../media/hdphoto5.wdp"/><Relationship Id="rId7" Type="http://schemas.openxmlformats.org/officeDocument/2006/relationships/image" Target="../media/image38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11" Type="http://schemas.openxmlformats.org/officeDocument/2006/relationships/image" Target="../media/image41.gif"/><Relationship Id="rId5" Type="http://schemas.openxmlformats.org/officeDocument/2006/relationships/image" Target="../media/image36.png"/><Relationship Id="rId10" Type="http://schemas.openxmlformats.org/officeDocument/2006/relationships/image" Target="../media/image40.gif"/><Relationship Id="rId4" Type="http://schemas.openxmlformats.org/officeDocument/2006/relationships/image" Target="../media/image19.png"/><Relationship Id="rId9" Type="http://schemas.microsoft.com/office/2007/relationships/hdphoto" Target="../media/hdphoto7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5.wdp"/><Relationship Id="rId5" Type="http://schemas.openxmlformats.org/officeDocument/2006/relationships/image" Target="../media/image19.png"/><Relationship Id="rId4" Type="http://schemas.openxmlformats.org/officeDocument/2006/relationships/image" Target="../media/image4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46.png"/><Relationship Id="rId7" Type="http://schemas.microsoft.com/office/2007/relationships/hdphoto" Target="../media/hdphoto5.wdp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21.gif"/><Relationship Id="rId4" Type="http://schemas.openxmlformats.org/officeDocument/2006/relationships/image" Target="../media/image8.gif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8.png"/><Relationship Id="rId7" Type="http://schemas.openxmlformats.org/officeDocument/2006/relationships/image" Target="../media/image40.gif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gif"/><Relationship Id="rId5" Type="http://schemas.microsoft.com/office/2007/relationships/hdphoto" Target="../media/hdphoto5.wdp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bin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5.xml.rels><?xml version="1.0" encoding="UTF-8" standalone="yes"?>
<Relationships xmlns="http://schemas.openxmlformats.org/package/2006/relationships"><Relationship Id="rId8" Type="http://schemas.microsoft.com/office/2007/relationships/hdphoto" Target="../media/hdphoto10.wdp"/><Relationship Id="rId3" Type="http://schemas.openxmlformats.org/officeDocument/2006/relationships/image" Target="../media/image54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microsoft.com/office/2007/relationships/hdphoto" Target="../media/hdphoto9.wdp"/><Relationship Id="rId5" Type="http://schemas.openxmlformats.org/officeDocument/2006/relationships/image" Target="../media/image55.png"/><Relationship Id="rId4" Type="http://schemas.microsoft.com/office/2007/relationships/hdphoto" Target="../media/hdphoto8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8">
            <a:extLst>
              <a:ext uri="{FF2B5EF4-FFF2-40B4-BE49-F238E27FC236}">
                <a16:creationId xmlns:a16="http://schemas.microsoft.com/office/drawing/2014/main" id="{3011B0B3-5679-4759-90B8-3B908C4CB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06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1E2BCD6-A350-D785-4995-58324A33C3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0000" y="1066799"/>
            <a:ext cx="4075200" cy="1555177"/>
          </a:xfrm>
        </p:spPr>
        <p:txBody>
          <a:bodyPr>
            <a:normAutofit/>
          </a:bodyPr>
          <a:lstStyle/>
          <a:p>
            <a:r>
              <a:rPr lang="it-IT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BEYOND THE SCREEN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FE346CF6-7D75-AE3A-FD32-CED0BB9F92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08504" y="4520666"/>
            <a:ext cx="4075200" cy="2089994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11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Giada Napoli (0771315)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Giulia Maltese (0771372)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Mattia Militello (0785287)</a:t>
            </a:r>
          </a:p>
        </p:txBody>
      </p:sp>
      <p:grpSp>
        <p:nvGrpSpPr>
          <p:cNvPr id="23" name="Group 10">
            <a:extLst>
              <a:ext uri="{FF2B5EF4-FFF2-40B4-BE49-F238E27FC236}">
                <a16:creationId xmlns:a16="http://schemas.microsoft.com/office/drawing/2014/main" id="{50F37AA1-A09B-4E28-987B-38E5060E1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919525" y="2840038"/>
            <a:ext cx="2216150" cy="1177924"/>
            <a:chOff x="4987925" y="2840038"/>
            <a:chExt cx="2216150" cy="1177924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874D018-FDBA-4AD4-8C74-17D41F4FB6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987925" y="2840038"/>
              <a:ext cx="2216150" cy="1177924"/>
            </a:xfrm>
            <a:prstGeom prst="rect">
              <a:avLst/>
            </a:prstGeom>
            <a:solidFill>
              <a:schemeClr val="bg2">
                <a:alpha val="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B43F5C4-EF74-49F4-97CB-97938DDC2F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720702" y="2912637"/>
              <a:ext cx="1080000" cy="1080000"/>
              <a:chOff x="6879023" y="2912637"/>
              <a:chExt cx="1080000" cy="1080000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B74E0761-A6EC-4896-A2D4-97A0AF0AA00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2700000">
                <a:off x="7260443" y="2912637"/>
                <a:ext cx="317159" cy="1080000"/>
                <a:chOff x="4799744" y="2905614"/>
                <a:chExt cx="317159" cy="1080000"/>
              </a:xfrm>
            </p:grpSpPr>
            <p:sp>
              <p:nvSpPr>
                <p:cNvPr id="19" name="Freeform 68">
                  <a:extLst>
                    <a:ext uri="{FF2B5EF4-FFF2-40B4-BE49-F238E27FC236}">
                      <a16:creationId xmlns:a16="http://schemas.microsoft.com/office/drawing/2014/main" id="{E02DDA0C-BC2F-4EA7-B34E-E0A38B82BA2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4799744" y="2905614"/>
                  <a:ext cx="159772" cy="710627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0" name="Freeform 69">
                  <a:extLst>
                    <a:ext uri="{FF2B5EF4-FFF2-40B4-BE49-F238E27FC236}">
                      <a16:creationId xmlns:a16="http://schemas.microsoft.com/office/drawing/2014/main" id="{CF13B05D-4163-4B4E-A2D2-FA7ED94682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4959516" y="2905614"/>
                  <a:ext cx="157387" cy="710627"/>
                </a:xfrm>
                <a:custGeom>
                  <a:avLst/>
                  <a:gdLst>
                    <a:gd name="T0" fmla="*/ 0 w 66"/>
                    <a:gd name="T1" fmla="*/ 0 h 298"/>
                    <a:gd name="T2" fmla="*/ 0 w 66"/>
                    <a:gd name="T3" fmla="*/ 298 h 298"/>
                    <a:gd name="T4" fmla="*/ 66 w 66"/>
                    <a:gd name="T5" fmla="*/ 149 h 298"/>
                    <a:gd name="T6" fmla="*/ 0 w 66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6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6" y="208"/>
                        <a:pt x="66" y="149"/>
                      </a:cubicBezTo>
                      <a:cubicBezTo>
                        <a:pt x="66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1" name="Line 70">
                  <a:extLst>
                    <a:ext uri="{FF2B5EF4-FFF2-40B4-BE49-F238E27FC236}">
                      <a16:creationId xmlns:a16="http://schemas.microsoft.com/office/drawing/2014/main" id="{6D222543-B140-45C1-A731-C56E6B3A17C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4959516" y="2905614"/>
                  <a:ext cx="0" cy="1080000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21D25868-4B38-41A5-8DA7-BB01E853424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18900000" flipH="1">
                <a:off x="6916369" y="2912637"/>
                <a:ext cx="317159" cy="1080000"/>
                <a:chOff x="4799744" y="2905614"/>
                <a:chExt cx="317159" cy="1080000"/>
              </a:xfrm>
            </p:grpSpPr>
            <p:sp>
              <p:nvSpPr>
                <p:cNvPr id="16" name="Freeform 68">
                  <a:extLst>
                    <a:ext uri="{FF2B5EF4-FFF2-40B4-BE49-F238E27FC236}">
                      <a16:creationId xmlns:a16="http://schemas.microsoft.com/office/drawing/2014/main" id="{9BA6FA89-CCD8-4CC0-954F-FBBFA59737E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4799744" y="2905614"/>
                  <a:ext cx="159772" cy="710627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17" name="Freeform 69">
                  <a:extLst>
                    <a:ext uri="{FF2B5EF4-FFF2-40B4-BE49-F238E27FC236}">
                      <a16:creationId xmlns:a16="http://schemas.microsoft.com/office/drawing/2014/main" id="{73005E59-2B44-4A62-A8F1-504FB170608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4959516" y="2905614"/>
                  <a:ext cx="157387" cy="710627"/>
                </a:xfrm>
                <a:custGeom>
                  <a:avLst/>
                  <a:gdLst>
                    <a:gd name="T0" fmla="*/ 0 w 66"/>
                    <a:gd name="T1" fmla="*/ 0 h 298"/>
                    <a:gd name="T2" fmla="*/ 0 w 66"/>
                    <a:gd name="T3" fmla="*/ 298 h 298"/>
                    <a:gd name="T4" fmla="*/ 66 w 66"/>
                    <a:gd name="T5" fmla="*/ 149 h 298"/>
                    <a:gd name="T6" fmla="*/ 0 w 66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6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6" y="208"/>
                        <a:pt x="66" y="149"/>
                      </a:cubicBezTo>
                      <a:cubicBezTo>
                        <a:pt x="66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18" name="Line 70">
                  <a:extLst>
                    <a:ext uri="{FF2B5EF4-FFF2-40B4-BE49-F238E27FC236}">
                      <a16:creationId xmlns:a16="http://schemas.microsoft.com/office/drawing/2014/main" id="{C9AB3E16-8B92-47B2-BA2E-02935767A80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4959516" y="2905614"/>
                  <a:ext cx="0" cy="1080000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</p:grpSp>
      <p:pic>
        <p:nvPicPr>
          <p:cNvPr id="24" name="Picture 3" descr="Vista dall’alto di uno spazio di lavoro verde menta con un computer portatile, un caffè, un blocco appunti, una penna, occhiali e mouse">
            <a:extLst>
              <a:ext uri="{FF2B5EF4-FFF2-40B4-BE49-F238E27FC236}">
                <a16:creationId xmlns:a16="http://schemas.microsoft.com/office/drawing/2014/main" id="{58C22620-7789-20A5-8B94-F3A0A3DE78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0515" b="-2"/>
          <a:stretch>
            <a:fillRect/>
          </a:stretch>
        </p:blipFill>
        <p:spPr>
          <a:xfrm>
            <a:off x="6055200" y="-6306"/>
            <a:ext cx="6111538" cy="6858000"/>
          </a:xfrm>
          <a:prstGeom prst="rect">
            <a:avLst/>
          </a:prstGeom>
        </p:spPr>
      </p:pic>
      <p:sp>
        <p:nvSpPr>
          <p:cNvPr id="4" name="Rettangolo 3">
            <a:extLst>
              <a:ext uri="{FF2B5EF4-FFF2-40B4-BE49-F238E27FC236}">
                <a16:creationId xmlns:a16="http://schemas.microsoft.com/office/drawing/2014/main" id="{8F7188F2-C7DD-1A78-AE03-A55D77F87AFF}"/>
              </a:ext>
            </a:extLst>
          </p:cNvPr>
          <p:cNvSpPr/>
          <p:nvPr/>
        </p:nvSpPr>
        <p:spPr>
          <a:xfrm>
            <a:off x="790134" y="1066799"/>
            <a:ext cx="4474932" cy="1569660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 prst="relaxedInset"/>
          </a:sp3d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it-IT" sz="4800" u="sng" dirty="0">
                <a:latin typeface="+mj-lt"/>
              </a:rPr>
              <a:t>BEYOND THE</a:t>
            </a:r>
          </a:p>
          <a:p>
            <a:pPr algn="ctr"/>
            <a:r>
              <a:rPr lang="it-IT" sz="4800" u="sng" dirty="0">
                <a:latin typeface="+mj-lt"/>
              </a:rPr>
              <a:t>SCREEN</a:t>
            </a:r>
            <a:endParaRPr lang="it-IT" sz="4800" b="0" u="sng" cap="none" spc="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+mj-lt"/>
            </a:endParaRP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33AD4C75-15B0-E653-CD41-85D3AC9291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0" b="99183" l="4905" r="93188"/>
                    </a14:imgEffect>
                    <a14:imgEffect>
                      <a14:brightnessContrast bright="-81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035" y="2525023"/>
            <a:ext cx="1807953" cy="180795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BBA14DF2-ECD3-3F70-0075-F1006FE721F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8438" b="99063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8306" y="640798"/>
            <a:ext cx="1689051" cy="1689051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5BDFC729-A9B8-8498-9E02-4998C5D6578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600" b="9856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-525189" y="593653"/>
            <a:ext cx="2104103" cy="1514799"/>
          </a:xfrm>
          <a:prstGeom prst="rect">
            <a:avLst/>
          </a:prstGeom>
        </p:spPr>
      </p:pic>
      <p:pic>
        <p:nvPicPr>
          <p:cNvPr id="30" name="Immagine 29">
            <a:extLst>
              <a:ext uri="{FF2B5EF4-FFF2-40B4-BE49-F238E27FC236}">
                <a16:creationId xmlns:a16="http://schemas.microsoft.com/office/drawing/2014/main" id="{07955BAD-F4DE-D33B-E0A0-E98044672AD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75" r="5475" b="6732"/>
          <a:stretch>
            <a:fillRect/>
          </a:stretch>
        </p:blipFill>
        <p:spPr>
          <a:xfrm>
            <a:off x="6060254" y="-21377"/>
            <a:ext cx="6131746" cy="6885683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08F941E5-5238-C053-72E8-31827D92EF4A}"/>
              </a:ext>
            </a:extLst>
          </p:cNvPr>
          <p:cNvSpPr txBox="1"/>
          <p:nvPr/>
        </p:nvSpPr>
        <p:spPr>
          <a:xfrm>
            <a:off x="1103671" y="981720"/>
            <a:ext cx="63565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it-IT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2° revisione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52DF6616-DCE3-9DC0-E6CB-CE2FB2C54B6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0" b="99183" l="4905" r="93188"/>
                    </a14:imgEffect>
                    <a14:imgEffect>
                      <a14:sharpenSoften amount="2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7169" y="2517487"/>
            <a:ext cx="1807953" cy="180795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29544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D2D76E3-BBAC-4D3C-9314-D3076FA905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9367037-AFC9-BD39-08E1-1D5D097C5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0562" y="-376711"/>
            <a:ext cx="4056405" cy="1082292"/>
          </a:xfrm>
        </p:spPr>
        <p:txBody>
          <a:bodyPr wrap="square" anchor="b">
            <a:normAutofit/>
          </a:bodyPr>
          <a:lstStyle/>
          <a:p>
            <a:pPr algn="ctr"/>
            <a:r>
              <a:rPr lang="it-IT" sz="3600" b="1" u="sng" dirty="0">
                <a:latin typeface="Goudy Old Style" panose="02020502050305020303" pitchFamily="18" charset="0"/>
                <a:cs typeface="Times New Roman" panose="02020603050405020304" pitchFamily="18" charset="0"/>
              </a:rPr>
              <a:t>Recap Gioco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5C945D9-C3DE-4D90-9F29-7BE223A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99766" y="716800"/>
            <a:ext cx="3838575" cy="5583025"/>
            <a:chOff x="199766" y="716800"/>
            <a:chExt cx="3838575" cy="5583025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8D338B3-6DA4-45F7-91E3-7D8C28D0B2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2700000">
              <a:off x="890329" y="26237"/>
              <a:ext cx="2457450" cy="3838575"/>
              <a:chOff x="587376" y="280988"/>
              <a:chExt cx="2457450" cy="3838575"/>
            </a:xfrm>
          </p:grpSpPr>
          <p:sp>
            <p:nvSpPr>
              <p:cNvPr id="30" name="Freeform 64">
                <a:extLst>
                  <a:ext uri="{FF2B5EF4-FFF2-40B4-BE49-F238E27FC236}">
                    <a16:creationId xmlns:a16="http://schemas.microsoft.com/office/drawing/2014/main" id="{6185FD3E-487C-45A4-AD94-24F4F7BACD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1443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1" name="Freeform 81">
                <a:extLst>
                  <a:ext uri="{FF2B5EF4-FFF2-40B4-BE49-F238E27FC236}">
                    <a16:creationId xmlns:a16="http://schemas.microsoft.com/office/drawing/2014/main" id="{DABEF2EB-1FA6-476D-ADEC-ACC991D1EEE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205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2" name="Freeform 61">
                <a:extLst>
                  <a:ext uri="{FF2B5EF4-FFF2-40B4-BE49-F238E27FC236}">
                    <a16:creationId xmlns:a16="http://schemas.microsoft.com/office/drawing/2014/main" id="{702C2E5D-FD1A-49AB-9CF7-7F656660A9F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1443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3" name="Freeform 78">
                <a:extLst>
                  <a:ext uri="{FF2B5EF4-FFF2-40B4-BE49-F238E27FC236}">
                    <a16:creationId xmlns:a16="http://schemas.microsoft.com/office/drawing/2014/main" id="{FE338B6A-36C1-4245-B24F-94D4DE5F7CC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205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4" name="Freeform 84">
                <a:extLst>
                  <a:ext uri="{FF2B5EF4-FFF2-40B4-BE49-F238E27FC236}">
                    <a16:creationId xmlns:a16="http://schemas.microsoft.com/office/drawing/2014/main" id="{6CDA6293-4165-4383-9C97-2A66792280D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967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5" name="Freeform 87">
                <a:extLst>
                  <a:ext uri="{FF2B5EF4-FFF2-40B4-BE49-F238E27FC236}">
                    <a16:creationId xmlns:a16="http://schemas.microsoft.com/office/drawing/2014/main" id="{CACA95C4-6FB3-44B0-981E-06BBAE8F027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967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6" name="Freeform 60">
                <a:extLst>
                  <a:ext uri="{FF2B5EF4-FFF2-40B4-BE49-F238E27FC236}">
                    <a16:creationId xmlns:a16="http://schemas.microsoft.com/office/drawing/2014/main" id="{87433F39-33A6-4FCE-9B83-3D9A47A7C50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80988"/>
                <a:ext cx="319088" cy="1419225"/>
              </a:xfrm>
              <a:custGeom>
                <a:avLst/>
                <a:gdLst>
                  <a:gd name="T0" fmla="*/ 0 w 67"/>
                  <a:gd name="T1" fmla="*/ 0 h 298"/>
                  <a:gd name="T2" fmla="*/ 0 w 67"/>
                  <a:gd name="T3" fmla="*/ 298 h 298"/>
                  <a:gd name="T4" fmla="*/ 67 w 67"/>
                  <a:gd name="T5" fmla="*/ 149 h 298"/>
                  <a:gd name="T6" fmla="*/ 0 w 67"/>
                  <a:gd name="T7" fmla="*/ 0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0"/>
                    </a:moveTo>
                    <a:cubicBezTo>
                      <a:pt x="0" y="298"/>
                      <a:pt x="0" y="298"/>
                      <a:pt x="0" y="298"/>
                    </a:cubicBezTo>
                    <a:cubicBezTo>
                      <a:pt x="41" y="261"/>
                      <a:pt x="67" y="208"/>
                      <a:pt x="67" y="149"/>
                    </a:cubicBezTo>
                    <a:cubicBezTo>
                      <a:pt x="67" y="89"/>
                      <a:pt x="41" y="36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27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7" name="Freeform 59">
                <a:extLst>
                  <a:ext uri="{FF2B5EF4-FFF2-40B4-BE49-F238E27FC236}">
                    <a16:creationId xmlns:a16="http://schemas.microsoft.com/office/drawing/2014/main" id="{09C092FC-35CB-41D8-8B13-9A238EE30C2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497013" y="280988"/>
                <a:ext cx="319088" cy="1419225"/>
              </a:xfrm>
              <a:custGeom>
                <a:avLst/>
                <a:gdLst>
                  <a:gd name="T0" fmla="*/ 0 w 67"/>
                  <a:gd name="T1" fmla="*/ 149 h 298"/>
                  <a:gd name="T2" fmla="*/ 67 w 67"/>
                  <a:gd name="T3" fmla="*/ 298 h 298"/>
                  <a:gd name="T4" fmla="*/ 67 w 67"/>
                  <a:gd name="T5" fmla="*/ 0 h 298"/>
                  <a:gd name="T6" fmla="*/ 0 w 67"/>
                  <a:gd name="T7" fmla="*/ 149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149"/>
                    </a:moveTo>
                    <a:cubicBezTo>
                      <a:pt x="0" y="208"/>
                      <a:pt x="26" y="261"/>
                      <a:pt x="67" y="298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26" y="36"/>
                      <a:pt x="0" y="89"/>
                      <a:pt x="0" y="149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8" name="Freeform 62">
                <a:extLst>
                  <a:ext uri="{FF2B5EF4-FFF2-40B4-BE49-F238E27FC236}">
                    <a16:creationId xmlns:a16="http://schemas.microsoft.com/office/drawing/2014/main" id="{A0DF137B-3079-4986-913B-939546E64D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1390651"/>
                <a:ext cx="1228725" cy="761999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  <p:sp>
            <p:nvSpPr>
              <p:cNvPr id="39" name="Freeform 65">
                <a:extLst>
                  <a:ext uri="{FF2B5EF4-FFF2-40B4-BE49-F238E27FC236}">
                    <a16:creationId xmlns:a16="http://schemas.microsoft.com/office/drawing/2014/main" id="{D660B18D-F0F5-419B-B3F1-B039757C955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1362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0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40" name="Freeform 79">
                <a:extLst>
                  <a:ext uri="{FF2B5EF4-FFF2-40B4-BE49-F238E27FC236}">
                    <a16:creationId xmlns:a16="http://schemas.microsoft.com/office/drawing/2014/main" id="{80FAC823-69BF-42B9-BA6A-E365E721EB9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124075"/>
                <a:ext cx="1228725" cy="790575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41" name="Freeform 82">
                <a:extLst>
                  <a:ext uri="{FF2B5EF4-FFF2-40B4-BE49-F238E27FC236}">
                    <a16:creationId xmlns:a16="http://schemas.microsoft.com/office/drawing/2014/main" id="{5B5DFB3A-61ED-4206-9B53-3E8A8CE9FF0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124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42" name="Freeform 85">
                <a:extLst>
                  <a:ext uri="{FF2B5EF4-FFF2-40B4-BE49-F238E27FC236}">
                    <a16:creationId xmlns:a16="http://schemas.microsoft.com/office/drawing/2014/main" id="{C72D0A40-CAB7-45AB-B832-628D138C69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886075"/>
                <a:ext cx="1228725" cy="790575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43" name="Freeform 88">
                <a:extLst>
                  <a:ext uri="{FF2B5EF4-FFF2-40B4-BE49-F238E27FC236}">
                    <a16:creationId xmlns:a16="http://schemas.microsoft.com/office/drawing/2014/main" id="{A1757DD3-2A1D-4CED-A678-ECE520A1B48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886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grpSp>
            <p:nvGrpSpPr>
              <p:cNvPr id="44" name="Group 43">
                <a:extLst>
                  <a:ext uri="{FF2B5EF4-FFF2-40B4-BE49-F238E27FC236}">
                    <a16:creationId xmlns:a16="http://schemas.microsoft.com/office/drawing/2014/main" id="{42918845-1F95-46C2-8F59-32EB33C4A36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587376" y="280988"/>
                <a:ext cx="2457450" cy="3838575"/>
                <a:chOff x="587376" y="280988"/>
                <a:chExt cx="2457450" cy="3838575"/>
              </a:xfrm>
            </p:grpSpPr>
            <p:sp>
              <p:nvSpPr>
                <p:cNvPr id="45" name="Line 63">
                  <a:extLst>
                    <a:ext uri="{FF2B5EF4-FFF2-40B4-BE49-F238E27FC236}">
                      <a16:creationId xmlns:a16="http://schemas.microsoft.com/office/drawing/2014/main" id="{E7391FC0-5104-4751-BB86-0D12BFFBE32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1443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6" name="Line 66">
                  <a:extLst>
                    <a:ext uri="{FF2B5EF4-FFF2-40B4-BE49-F238E27FC236}">
                      <a16:creationId xmlns:a16="http://schemas.microsoft.com/office/drawing/2014/main" id="{094BBC13-5B24-4DFD-A5AD-892345304C5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1443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7" name="Line 67">
                  <a:extLst>
                    <a:ext uri="{FF2B5EF4-FFF2-40B4-BE49-F238E27FC236}">
                      <a16:creationId xmlns:a16="http://schemas.microsoft.com/office/drawing/2014/main" id="{5D6BCBF6-E4C8-49C4-BCE6-A57F7EB6CAC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80988"/>
                  <a:ext cx="0" cy="3838575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8" name="Line 80">
                  <a:extLst>
                    <a:ext uri="{FF2B5EF4-FFF2-40B4-BE49-F238E27FC236}">
                      <a16:creationId xmlns:a16="http://schemas.microsoft.com/office/drawing/2014/main" id="{4A5F536F-42F0-4F01-9893-075DD5BCCE7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205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9" name="Line 83">
                  <a:extLst>
                    <a:ext uri="{FF2B5EF4-FFF2-40B4-BE49-F238E27FC236}">
                      <a16:creationId xmlns:a16="http://schemas.microsoft.com/office/drawing/2014/main" id="{60BE5073-8B4E-47B4-AC5B-31D8FD99D2C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205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50" name="Line 86">
                  <a:extLst>
                    <a:ext uri="{FF2B5EF4-FFF2-40B4-BE49-F238E27FC236}">
                      <a16:creationId xmlns:a16="http://schemas.microsoft.com/office/drawing/2014/main" id="{B210067F-EA9E-4248-B2D2-39D656B3AF6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967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51" name="Line 89">
                  <a:extLst>
                    <a:ext uri="{FF2B5EF4-FFF2-40B4-BE49-F238E27FC236}">
                      <a16:creationId xmlns:a16="http://schemas.microsoft.com/office/drawing/2014/main" id="{B5121029-6739-4142-9E53-48DCA4F8BDC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967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B6776FFF-7CFE-4739-9104-473DA3681A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3500000">
              <a:off x="480743" y="3311698"/>
              <a:ext cx="1785984" cy="2211229"/>
              <a:chOff x="3125006" y="3171595"/>
              <a:chExt cx="1785984" cy="2211229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739C6C41-5DF4-4A11-89B7-BAB3F63B58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36819" y="3174345"/>
                <a:ext cx="1760933" cy="2208479"/>
                <a:chOff x="4749017" y="2998646"/>
                <a:chExt cx="1760933" cy="2208479"/>
              </a:xfrm>
            </p:grpSpPr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A6F0F36F-7ABB-4F4C-9CC5-443B1936F48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flipH="1">
                  <a:off x="5630197" y="2998646"/>
                  <a:ext cx="0" cy="2208479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4F2DB5F0-FD30-4907-86AB-7DA7CA3E319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rot="10800000" flipH="1">
                  <a:off x="4749017" y="4416771"/>
                  <a:ext cx="1760933" cy="0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" name="Rectangle 30">
                  <a:extLst>
                    <a:ext uri="{FF2B5EF4-FFF2-40B4-BE49-F238E27FC236}">
                      <a16:creationId xmlns:a16="http://schemas.microsoft.com/office/drawing/2014/main" id="{0A419F00-E825-4E5E-92EA-DDF22BB2FB1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136242" y="3224252"/>
                  <a:ext cx="987915" cy="987915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" name="Rectangle 30">
                  <a:extLst>
                    <a:ext uri="{FF2B5EF4-FFF2-40B4-BE49-F238E27FC236}">
                      <a16:creationId xmlns:a16="http://schemas.microsoft.com/office/drawing/2014/main" id="{D7C5E6F1-BF29-4F80-A5F4-81345C29015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327037" y="3070731"/>
                  <a:ext cx="606323" cy="606323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72CEDE34-3360-4BFF-8F28-053990E6910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25006" y="3171595"/>
                <a:ext cx="1785984" cy="1799739"/>
                <a:chOff x="6879836" y="3516901"/>
                <a:chExt cx="1785984" cy="1799739"/>
              </a:xfrm>
            </p:grpSpPr>
            <p:sp>
              <p:nvSpPr>
                <p:cNvPr id="24" name="Freeform: Shape 23">
                  <a:extLst>
                    <a:ext uri="{FF2B5EF4-FFF2-40B4-BE49-F238E27FC236}">
                      <a16:creationId xmlns:a16="http://schemas.microsoft.com/office/drawing/2014/main" id="{898E96F4-030D-444B-B62F-0DA02833774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6879836" y="3521665"/>
                  <a:ext cx="892801" cy="1794975"/>
                </a:xfrm>
                <a:custGeom>
                  <a:avLst/>
                  <a:gdLst>
                    <a:gd name="connsiteX0" fmla="*/ 892801 w 892801"/>
                    <a:gd name="connsiteY0" fmla="*/ 0 h 1794975"/>
                    <a:gd name="connsiteX1" fmla="*/ 892801 w 892801"/>
                    <a:gd name="connsiteY1" fmla="*/ 1434622 h 1794975"/>
                    <a:gd name="connsiteX2" fmla="*/ 845919 w 892801"/>
                    <a:gd name="connsiteY2" fmla="*/ 1533379 h 1794975"/>
                    <a:gd name="connsiteX3" fmla="*/ 440820 w 892801"/>
                    <a:gd name="connsiteY3" fmla="*/ 1794916 h 1794975"/>
                    <a:gd name="connsiteX4" fmla="*/ 379878 w 892801"/>
                    <a:gd name="connsiteY4" fmla="*/ 1791253 h 1794975"/>
                    <a:gd name="connsiteX5" fmla="*/ 763083 w 892801"/>
                    <a:gd name="connsiteY5" fmla="*/ 100140 h 1794975"/>
                    <a:gd name="connsiteX6" fmla="*/ 892801 w 892801"/>
                    <a:gd name="connsiteY6" fmla="*/ 0 h 1794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92801" h="1794975">
                      <a:moveTo>
                        <a:pt x="892801" y="0"/>
                      </a:moveTo>
                      <a:lnTo>
                        <a:pt x="892801" y="1434622"/>
                      </a:lnTo>
                      <a:lnTo>
                        <a:pt x="845919" y="1533379"/>
                      </a:lnTo>
                      <a:cubicBezTo>
                        <a:pt x="735106" y="1711682"/>
                        <a:pt x="584368" y="1792418"/>
                        <a:pt x="440820" y="1794916"/>
                      </a:cubicBezTo>
                      <a:cubicBezTo>
                        <a:pt x="420314" y="1795273"/>
                        <a:pt x="399954" y="1794033"/>
                        <a:pt x="379878" y="1791253"/>
                      </a:cubicBezTo>
                      <a:cubicBezTo>
                        <a:pt x="-41718" y="1732871"/>
                        <a:pt x="-338017" y="995203"/>
                        <a:pt x="763083" y="100140"/>
                      </a:cubicBezTo>
                      <a:lnTo>
                        <a:pt x="89280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" name="Freeform: Shape 24">
                  <a:extLst>
                    <a:ext uri="{FF2B5EF4-FFF2-40B4-BE49-F238E27FC236}">
                      <a16:creationId xmlns:a16="http://schemas.microsoft.com/office/drawing/2014/main" id="{A5D902ED-F254-4B06-9B62-AF188FF41A7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7772637" y="3516901"/>
                  <a:ext cx="893183" cy="1795123"/>
                </a:xfrm>
                <a:custGeom>
                  <a:avLst/>
                  <a:gdLst>
                    <a:gd name="connsiteX0" fmla="*/ 191 w 893183"/>
                    <a:gd name="connsiteY0" fmla="*/ 0 h 1795123"/>
                    <a:gd name="connsiteX1" fmla="*/ 130101 w 893183"/>
                    <a:gd name="connsiteY1" fmla="*/ 100288 h 1795123"/>
                    <a:gd name="connsiteX2" fmla="*/ 513306 w 893183"/>
                    <a:gd name="connsiteY2" fmla="*/ 1791401 h 1795123"/>
                    <a:gd name="connsiteX3" fmla="*/ 47265 w 893183"/>
                    <a:gd name="connsiteY3" fmla="*/ 1533527 h 1795123"/>
                    <a:gd name="connsiteX4" fmla="*/ 192 w 893183"/>
                    <a:gd name="connsiteY4" fmla="*/ 1434367 h 1795123"/>
                    <a:gd name="connsiteX5" fmla="*/ 192 w 893183"/>
                    <a:gd name="connsiteY5" fmla="*/ 1438981 h 1795123"/>
                    <a:gd name="connsiteX6" fmla="*/ 0 w 893183"/>
                    <a:gd name="connsiteY6" fmla="*/ 1439386 h 1795123"/>
                    <a:gd name="connsiteX7" fmla="*/ 0 w 893183"/>
                    <a:gd name="connsiteY7" fmla="*/ 4764 h 1795123"/>
                    <a:gd name="connsiteX8" fmla="*/ 191 w 893183"/>
                    <a:gd name="connsiteY8" fmla="*/ 4616 h 1795123"/>
                    <a:gd name="connsiteX9" fmla="*/ 191 w 893183"/>
                    <a:gd name="connsiteY9" fmla="*/ 0 h 1795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893183" h="1795123">
                      <a:moveTo>
                        <a:pt x="191" y="0"/>
                      </a:moveTo>
                      <a:lnTo>
                        <a:pt x="130101" y="100288"/>
                      </a:lnTo>
                      <a:cubicBezTo>
                        <a:pt x="1231201" y="995351"/>
                        <a:pt x="934902" y="1733019"/>
                        <a:pt x="513306" y="1791401"/>
                      </a:cubicBezTo>
                      <a:cubicBezTo>
                        <a:pt x="352699" y="1813642"/>
                        <a:pt x="173909" y="1737302"/>
                        <a:pt x="47265" y="1533527"/>
                      </a:cubicBezTo>
                      <a:lnTo>
                        <a:pt x="192" y="1434367"/>
                      </a:lnTo>
                      <a:lnTo>
                        <a:pt x="192" y="1438981"/>
                      </a:lnTo>
                      <a:lnTo>
                        <a:pt x="0" y="1439386"/>
                      </a:lnTo>
                      <a:lnTo>
                        <a:pt x="0" y="4764"/>
                      </a:lnTo>
                      <a:lnTo>
                        <a:pt x="191" y="4616"/>
                      </a:lnTo>
                      <a:lnTo>
                        <a:pt x="19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EBB14B7-5333-4EA3-A883-B3D949DA56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0800000">
              <a:off x="555957" y="5230097"/>
              <a:ext cx="641183" cy="1069728"/>
              <a:chOff x="6484112" y="2967038"/>
              <a:chExt cx="641183" cy="1069728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1F2F0B6D-3339-445E-AE6F-EA80BB952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6808136" y="2967038"/>
                <a:ext cx="317159" cy="932400"/>
                <a:chOff x="6808136" y="2967038"/>
                <a:chExt cx="317159" cy="932400"/>
              </a:xfrm>
            </p:grpSpPr>
            <p:sp>
              <p:nvSpPr>
                <p:cNvPr id="19" name="Freeform 68">
                  <a:extLst>
                    <a:ext uri="{FF2B5EF4-FFF2-40B4-BE49-F238E27FC236}">
                      <a16:creationId xmlns:a16="http://schemas.microsoft.com/office/drawing/2014/main" id="{1FD745BE-AAE8-4FD8-B107-4730C82F8C7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808136" y="2967038"/>
                  <a:ext cx="159772" cy="710627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0" name="Freeform 69">
                  <a:extLst>
                    <a:ext uri="{FF2B5EF4-FFF2-40B4-BE49-F238E27FC236}">
                      <a16:creationId xmlns:a16="http://schemas.microsoft.com/office/drawing/2014/main" id="{55D7086E-72EA-4FBD-8B82-D3ECF7D5137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967908" y="2967038"/>
                  <a:ext cx="157387" cy="710627"/>
                </a:xfrm>
                <a:custGeom>
                  <a:avLst/>
                  <a:gdLst>
                    <a:gd name="T0" fmla="*/ 0 w 66"/>
                    <a:gd name="T1" fmla="*/ 0 h 298"/>
                    <a:gd name="T2" fmla="*/ 0 w 66"/>
                    <a:gd name="T3" fmla="*/ 298 h 298"/>
                    <a:gd name="T4" fmla="*/ 66 w 66"/>
                    <a:gd name="T5" fmla="*/ 149 h 298"/>
                    <a:gd name="T6" fmla="*/ 0 w 66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6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6" y="208"/>
                        <a:pt x="66" y="149"/>
                      </a:cubicBezTo>
                      <a:cubicBezTo>
                        <a:pt x="66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1" name="Line 70">
                  <a:extLst>
                    <a:ext uri="{FF2B5EF4-FFF2-40B4-BE49-F238E27FC236}">
                      <a16:creationId xmlns:a16="http://schemas.microsoft.com/office/drawing/2014/main" id="{246D59ED-9B4E-4F44-B189-00E3B8D72DC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967908" y="2967038"/>
                  <a:ext cx="0" cy="932400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B726404C-494E-4C74-9581-BE06BE0D27C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18900000" flipH="1">
                <a:off x="6484112" y="3104366"/>
                <a:ext cx="317159" cy="932400"/>
                <a:chOff x="6808136" y="2967038"/>
                <a:chExt cx="317159" cy="932400"/>
              </a:xfrm>
            </p:grpSpPr>
            <p:sp>
              <p:nvSpPr>
                <p:cNvPr id="16" name="Freeform 68">
                  <a:extLst>
                    <a:ext uri="{FF2B5EF4-FFF2-40B4-BE49-F238E27FC236}">
                      <a16:creationId xmlns:a16="http://schemas.microsoft.com/office/drawing/2014/main" id="{C61F0CD3-7875-46CD-A844-0B022BEF275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808136" y="2967038"/>
                  <a:ext cx="159772" cy="710627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17" name="Freeform 69">
                  <a:extLst>
                    <a:ext uri="{FF2B5EF4-FFF2-40B4-BE49-F238E27FC236}">
                      <a16:creationId xmlns:a16="http://schemas.microsoft.com/office/drawing/2014/main" id="{D83F2F78-08A8-49BE-AF85-1C3DD286025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967908" y="2967038"/>
                  <a:ext cx="157387" cy="710627"/>
                </a:xfrm>
                <a:custGeom>
                  <a:avLst/>
                  <a:gdLst>
                    <a:gd name="T0" fmla="*/ 0 w 66"/>
                    <a:gd name="T1" fmla="*/ 0 h 298"/>
                    <a:gd name="T2" fmla="*/ 0 w 66"/>
                    <a:gd name="T3" fmla="*/ 298 h 298"/>
                    <a:gd name="T4" fmla="*/ 66 w 66"/>
                    <a:gd name="T5" fmla="*/ 149 h 298"/>
                    <a:gd name="T6" fmla="*/ 0 w 66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6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6" y="208"/>
                        <a:pt x="66" y="149"/>
                      </a:cubicBezTo>
                      <a:cubicBezTo>
                        <a:pt x="66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18" name="Line 70">
                  <a:extLst>
                    <a:ext uri="{FF2B5EF4-FFF2-40B4-BE49-F238E27FC236}">
                      <a16:creationId xmlns:a16="http://schemas.microsoft.com/office/drawing/2014/main" id="{93069262-0DE6-4BA7-9773-656AF1E6CFD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967908" y="2967038"/>
                  <a:ext cx="0" cy="932400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</p:grp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2725E2D-27B9-4A2E-B161-230C61B080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826000" y="2428148"/>
            <a:ext cx="5400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" name="Group 54">
            <a:extLst>
              <a:ext uri="{FF2B5EF4-FFF2-40B4-BE49-F238E27FC236}">
                <a16:creationId xmlns:a16="http://schemas.microsoft.com/office/drawing/2014/main" id="{55C23123-3C5C-4A8B-AD1C-138D7B73D8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153659" y="716800"/>
            <a:ext cx="3838575" cy="5583025"/>
            <a:chOff x="199766" y="716800"/>
            <a:chExt cx="3838575" cy="5583025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ADC1AC98-A945-45DC-A533-43311AB5AF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2700000">
              <a:off x="890329" y="26237"/>
              <a:ext cx="2457450" cy="3838575"/>
              <a:chOff x="587376" y="280988"/>
              <a:chExt cx="2457450" cy="3838575"/>
            </a:xfrm>
          </p:grpSpPr>
          <p:sp>
            <p:nvSpPr>
              <p:cNvPr id="75" name="Freeform 64">
                <a:extLst>
                  <a:ext uri="{FF2B5EF4-FFF2-40B4-BE49-F238E27FC236}">
                    <a16:creationId xmlns:a16="http://schemas.microsoft.com/office/drawing/2014/main" id="{525BFDD7-7DC7-4933-95CA-274FF3A12BA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1443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6" name="Freeform 81">
                <a:extLst>
                  <a:ext uri="{FF2B5EF4-FFF2-40B4-BE49-F238E27FC236}">
                    <a16:creationId xmlns:a16="http://schemas.microsoft.com/office/drawing/2014/main" id="{56EAE20D-E363-445F-AAA9-8923C7A41DA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205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7" name="Freeform 61">
                <a:extLst>
                  <a:ext uri="{FF2B5EF4-FFF2-40B4-BE49-F238E27FC236}">
                    <a16:creationId xmlns:a16="http://schemas.microsoft.com/office/drawing/2014/main" id="{63DF7269-8701-4F88-89A3-EA45D9DF59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1443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8" name="Freeform 78">
                <a:extLst>
                  <a:ext uri="{FF2B5EF4-FFF2-40B4-BE49-F238E27FC236}">
                    <a16:creationId xmlns:a16="http://schemas.microsoft.com/office/drawing/2014/main" id="{2DDEEFE7-743E-40D3-AB86-C074CADC937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205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9" name="Freeform 84">
                <a:extLst>
                  <a:ext uri="{FF2B5EF4-FFF2-40B4-BE49-F238E27FC236}">
                    <a16:creationId xmlns:a16="http://schemas.microsoft.com/office/drawing/2014/main" id="{6DC0260D-7AA3-4733-B3CB-6389FCCABD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967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0" name="Freeform 87">
                <a:extLst>
                  <a:ext uri="{FF2B5EF4-FFF2-40B4-BE49-F238E27FC236}">
                    <a16:creationId xmlns:a16="http://schemas.microsoft.com/office/drawing/2014/main" id="{E9487A85-3305-4BD8-A4FB-7939820DE3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967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1" name="Freeform 60">
                <a:extLst>
                  <a:ext uri="{FF2B5EF4-FFF2-40B4-BE49-F238E27FC236}">
                    <a16:creationId xmlns:a16="http://schemas.microsoft.com/office/drawing/2014/main" id="{9A56408A-8D1F-4308-888A-C10250ED409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80988"/>
                <a:ext cx="319088" cy="1419225"/>
              </a:xfrm>
              <a:custGeom>
                <a:avLst/>
                <a:gdLst>
                  <a:gd name="T0" fmla="*/ 0 w 67"/>
                  <a:gd name="T1" fmla="*/ 0 h 298"/>
                  <a:gd name="T2" fmla="*/ 0 w 67"/>
                  <a:gd name="T3" fmla="*/ 298 h 298"/>
                  <a:gd name="T4" fmla="*/ 67 w 67"/>
                  <a:gd name="T5" fmla="*/ 149 h 298"/>
                  <a:gd name="T6" fmla="*/ 0 w 67"/>
                  <a:gd name="T7" fmla="*/ 0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0"/>
                    </a:moveTo>
                    <a:cubicBezTo>
                      <a:pt x="0" y="298"/>
                      <a:pt x="0" y="298"/>
                      <a:pt x="0" y="298"/>
                    </a:cubicBezTo>
                    <a:cubicBezTo>
                      <a:pt x="41" y="261"/>
                      <a:pt x="67" y="208"/>
                      <a:pt x="67" y="149"/>
                    </a:cubicBezTo>
                    <a:cubicBezTo>
                      <a:pt x="67" y="89"/>
                      <a:pt x="41" y="36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27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2" name="Freeform 59">
                <a:extLst>
                  <a:ext uri="{FF2B5EF4-FFF2-40B4-BE49-F238E27FC236}">
                    <a16:creationId xmlns:a16="http://schemas.microsoft.com/office/drawing/2014/main" id="{B8EA7519-3D12-4CBF-9CF9-2DBF5379C4C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497013" y="280988"/>
                <a:ext cx="319088" cy="1419225"/>
              </a:xfrm>
              <a:custGeom>
                <a:avLst/>
                <a:gdLst>
                  <a:gd name="T0" fmla="*/ 0 w 67"/>
                  <a:gd name="T1" fmla="*/ 149 h 298"/>
                  <a:gd name="T2" fmla="*/ 67 w 67"/>
                  <a:gd name="T3" fmla="*/ 298 h 298"/>
                  <a:gd name="T4" fmla="*/ 67 w 67"/>
                  <a:gd name="T5" fmla="*/ 0 h 298"/>
                  <a:gd name="T6" fmla="*/ 0 w 67"/>
                  <a:gd name="T7" fmla="*/ 149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149"/>
                    </a:moveTo>
                    <a:cubicBezTo>
                      <a:pt x="0" y="208"/>
                      <a:pt x="26" y="261"/>
                      <a:pt x="67" y="298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26" y="36"/>
                      <a:pt x="0" y="89"/>
                      <a:pt x="0" y="149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3" name="Freeform 62">
                <a:extLst>
                  <a:ext uri="{FF2B5EF4-FFF2-40B4-BE49-F238E27FC236}">
                    <a16:creationId xmlns:a16="http://schemas.microsoft.com/office/drawing/2014/main" id="{CBCFA958-AB70-45BC-86FB-95916AC882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1390651"/>
                <a:ext cx="1228725" cy="761999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  <p:sp>
            <p:nvSpPr>
              <p:cNvPr id="84" name="Freeform 65">
                <a:extLst>
                  <a:ext uri="{FF2B5EF4-FFF2-40B4-BE49-F238E27FC236}">
                    <a16:creationId xmlns:a16="http://schemas.microsoft.com/office/drawing/2014/main" id="{EC7CC8AD-3574-4368-9084-30AA269FB7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1362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0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5" name="Freeform 79">
                <a:extLst>
                  <a:ext uri="{FF2B5EF4-FFF2-40B4-BE49-F238E27FC236}">
                    <a16:creationId xmlns:a16="http://schemas.microsoft.com/office/drawing/2014/main" id="{AAF385D0-C8F4-4D2E-A604-55B0C4A37AD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124075"/>
                <a:ext cx="1228725" cy="790575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6" name="Freeform 82">
                <a:extLst>
                  <a:ext uri="{FF2B5EF4-FFF2-40B4-BE49-F238E27FC236}">
                    <a16:creationId xmlns:a16="http://schemas.microsoft.com/office/drawing/2014/main" id="{5807D27C-D4CF-4DD8-95BF-BE0E820995E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124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7" name="Freeform 85">
                <a:extLst>
                  <a:ext uri="{FF2B5EF4-FFF2-40B4-BE49-F238E27FC236}">
                    <a16:creationId xmlns:a16="http://schemas.microsoft.com/office/drawing/2014/main" id="{AF358179-B76F-48FB-9D1E-25F2B422B7C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886075"/>
                <a:ext cx="1228725" cy="790575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8" name="Freeform 88">
                <a:extLst>
                  <a:ext uri="{FF2B5EF4-FFF2-40B4-BE49-F238E27FC236}">
                    <a16:creationId xmlns:a16="http://schemas.microsoft.com/office/drawing/2014/main" id="{4F860F54-6F02-429D-84F9-216C593FDA3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886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AF2CD1C6-D2DC-4C27-A7A3-0D6ECCB7B26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587376" y="280988"/>
                <a:ext cx="2457450" cy="3838575"/>
                <a:chOff x="587376" y="280988"/>
                <a:chExt cx="2457450" cy="3838575"/>
              </a:xfrm>
            </p:grpSpPr>
            <p:sp>
              <p:nvSpPr>
                <p:cNvPr id="90" name="Line 63">
                  <a:extLst>
                    <a:ext uri="{FF2B5EF4-FFF2-40B4-BE49-F238E27FC236}">
                      <a16:creationId xmlns:a16="http://schemas.microsoft.com/office/drawing/2014/main" id="{17251CE3-FBBE-4B37-B229-DF726C4AE56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1443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1" name="Line 66">
                  <a:extLst>
                    <a:ext uri="{FF2B5EF4-FFF2-40B4-BE49-F238E27FC236}">
                      <a16:creationId xmlns:a16="http://schemas.microsoft.com/office/drawing/2014/main" id="{14522961-6FA8-43A3-894B-20435789E3A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1443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2" name="Line 67">
                  <a:extLst>
                    <a:ext uri="{FF2B5EF4-FFF2-40B4-BE49-F238E27FC236}">
                      <a16:creationId xmlns:a16="http://schemas.microsoft.com/office/drawing/2014/main" id="{54230A9C-2E62-416C-A910-A26CB0BB744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80988"/>
                  <a:ext cx="0" cy="3838575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3" name="Line 80">
                  <a:extLst>
                    <a:ext uri="{FF2B5EF4-FFF2-40B4-BE49-F238E27FC236}">
                      <a16:creationId xmlns:a16="http://schemas.microsoft.com/office/drawing/2014/main" id="{EDC7B8CE-339C-4B31-9A1E-1E6F3F20E51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205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4" name="Line 83">
                  <a:extLst>
                    <a:ext uri="{FF2B5EF4-FFF2-40B4-BE49-F238E27FC236}">
                      <a16:creationId xmlns:a16="http://schemas.microsoft.com/office/drawing/2014/main" id="{D5900B3C-A349-4C11-8871-F0C656F06A2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205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5" name="Line 86">
                  <a:extLst>
                    <a:ext uri="{FF2B5EF4-FFF2-40B4-BE49-F238E27FC236}">
                      <a16:creationId xmlns:a16="http://schemas.microsoft.com/office/drawing/2014/main" id="{B836DF39-5332-440E-BD43-94EF14B9F7A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967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6" name="Line 89">
                  <a:extLst>
                    <a:ext uri="{FF2B5EF4-FFF2-40B4-BE49-F238E27FC236}">
                      <a16:creationId xmlns:a16="http://schemas.microsoft.com/office/drawing/2014/main" id="{25596AFB-7112-451F-A40E-C4D365BC050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967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7B87DF-BE21-4275-A328-36294B5E87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3500000">
              <a:off x="480743" y="3311698"/>
              <a:ext cx="1785984" cy="2211229"/>
              <a:chOff x="3125006" y="3171595"/>
              <a:chExt cx="1785984" cy="2211229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5DF7768E-3A7E-48EA-AE6B-544137E017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36819" y="3174345"/>
                <a:ext cx="1760933" cy="2208479"/>
                <a:chOff x="4749017" y="2998646"/>
                <a:chExt cx="1760933" cy="2208479"/>
              </a:xfrm>
            </p:grpSpPr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0C7E39C2-9BBA-4C6E-B352-FADF72FF842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flipH="1">
                  <a:off x="5630197" y="2998646"/>
                  <a:ext cx="0" cy="2208479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55FF2688-1869-4A97-A594-AD2F8C720AD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rot="10800000" flipH="1">
                  <a:off x="4749017" y="4416771"/>
                  <a:ext cx="1760933" cy="0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3" name="Rectangle 30">
                  <a:extLst>
                    <a:ext uri="{FF2B5EF4-FFF2-40B4-BE49-F238E27FC236}">
                      <a16:creationId xmlns:a16="http://schemas.microsoft.com/office/drawing/2014/main" id="{035F350E-CDEC-47D7-B1F6-BB33F7263D5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136242" y="3224252"/>
                  <a:ext cx="987915" cy="987915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" name="Rectangle 30">
                  <a:extLst>
                    <a:ext uri="{FF2B5EF4-FFF2-40B4-BE49-F238E27FC236}">
                      <a16:creationId xmlns:a16="http://schemas.microsoft.com/office/drawing/2014/main" id="{32757671-5219-4448-9D74-96978B78FB2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327037" y="3070731"/>
                  <a:ext cx="606323" cy="606323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A62FFE05-1BB5-478B-ACB7-0201D6E0B86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25006" y="3171595"/>
                <a:ext cx="1785984" cy="1799739"/>
                <a:chOff x="6879836" y="3516901"/>
                <a:chExt cx="1785984" cy="1799739"/>
              </a:xfrm>
            </p:grpSpPr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08CF1D90-5BE7-4777-9D00-4B898D6A5D0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6879836" y="3521665"/>
                  <a:ext cx="892801" cy="1794975"/>
                </a:xfrm>
                <a:custGeom>
                  <a:avLst/>
                  <a:gdLst>
                    <a:gd name="connsiteX0" fmla="*/ 892801 w 892801"/>
                    <a:gd name="connsiteY0" fmla="*/ 0 h 1794975"/>
                    <a:gd name="connsiteX1" fmla="*/ 892801 w 892801"/>
                    <a:gd name="connsiteY1" fmla="*/ 1434622 h 1794975"/>
                    <a:gd name="connsiteX2" fmla="*/ 845919 w 892801"/>
                    <a:gd name="connsiteY2" fmla="*/ 1533379 h 1794975"/>
                    <a:gd name="connsiteX3" fmla="*/ 440820 w 892801"/>
                    <a:gd name="connsiteY3" fmla="*/ 1794916 h 1794975"/>
                    <a:gd name="connsiteX4" fmla="*/ 379878 w 892801"/>
                    <a:gd name="connsiteY4" fmla="*/ 1791253 h 1794975"/>
                    <a:gd name="connsiteX5" fmla="*/ 763083 w 892801"/>
                    <a:gd name="connsiteY5" fmla="*/ 100140 h 1794975"/>
                    <a:gd name="connsiteX6" fmla="*/ 892801 w 892801"/>
                    <a:gd name="connsiteY6" fmla="*/ 0 h 1794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92801" h="1794975">
                      <a:moveTo>
                        <a:pt x="892801" y="0"/>
                      </a:moveTo>
                      <a:lnTo>
                        <a:pt x="892801" y="1434622"/>
                      </a:lnTo>
                      <a:lnTo>
                        <a:pt x="845919" y="1533379"/>
                      </a:lnTo>
                      <a:cubicBezTo>
                        <a:pt x="735106" y="1711682"/>
                        <a:pt x="584368" y="1792418"/>
                        <a:pt x="440820" y="1794916"/>
                      </a:cubicBezTo>
                      <a:cubicBezTo>
                        <a:pt x="420314" y="1795273"/>
                        <a:pt x="399954" y="1794033"/>
                        <a:pt x="379878" y="1791253"/>
                      </a:cubicBezTo>
                      <a:cubicBezTo>
                        <a:pt x="-41718" y="1732871"/>
                        <a:pt x="-338017" y="995203"/>
                        <a:pt x="763083" y="100140"/>
                      </a:cubicBezTo>
                      <a:lnTo>
                        <a:pt x="89280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0" name="Freeform: Shape 69">
                  <a:extLst>
                    <a:ext uri="{FF2B5EF4-FFF2-40B4-BE49-F238E27FC236}">
                      <a16:creationId xmlns:a16="http://schemas.microsoft.com/office/drawing/2014/main" id="{D066325E-CB67-49CD-9A41-2CFD6BCC903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7772637" y="3516901"/>
                  <a:ext cx="893183" cy="1795123"/>
                </a:xfrm>
                <a:custGeom>
                  <a:avLst/>
                  <a:gdLst>
                    <a:gd name="connsiteX0" fmla="*/ 191 w 893183"/>
                    <a:gd name="connsiteY0" fmla="*/ 0 h 1795123"/>
                    <a:gd name="connsiteX1" fmla="*/ 130101 w 893183"/>
                    <a:gd name="connsiteY1" fmla="*/ 100288 h 1795123"/>
                    <a:gd name="connsiteX2" fmla="*/ 513306 w 893183"/>
                    <a:gd name="connsiteY2" fmla="*/ 1791401 h 1795123"/>
                    <a:gd name="connsiteX3" fmla="*/ 47265 w 893183"/>
                    <a:gd name="connsiteY3" fmla="*/ 1533527 h 1795123"/>
                    <a:gd name="connsiteX4" fmla="*/ 192 w 893183"/>
                    <a:gd name="connsiteY4" fmla="*/ 1434367 h 1795123"/>
                    <a:gd name="connsiteX5" fmla="*/ 192 w 893183"/>
                    <a:gd name="connsiteY5" fmla="*/ 1438981 h 1795123"/>
                    <a:gd name="connsiteX6" fmla="*/ 0 w 893183"/>
                    <a:gd name="connsiteY6" fmla="*/ 1439386 h 1795123"/>
                    <a:gd name="connsiteX7" fmla="*/ 0 w 893183"/>
                    <a:gd name="connsiteY7" fmla="*/ 4764 h 1795123"/>
                    <a:gd name="connsiteX8" fmla="*/ 191 w 893183"/>
                    <a:gd name="connsiteY8" fmla="*/ 4616 h 1795123"/>
                    <a:gd name="connsiteX9" fmla="*/ 191 w 893183"/>
                    <a:gd name="connsiteY9" fmla="*/ 0 h 1795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893183" h="1795123">
                      <a:moveTo>
                        <a:pt x="191" y="0"/>
                      </a:moveTo>
                      <a:lnTo>
                        <a:pt x="130101" y="100288"/>
                      </a:lnTo>
                      <a:cubicBezTo>
                        <a:pt x="1231201" y="995351"/>
                        <a:pt x="934902" y="1733019"/>
                        <a:pt x="513306" y="1791401"/>
                      </a:cubicBezTo>
                      <a:cubicBezTo>
                        <a:pt x="352699" y="1813642"/>
                        <a:pt x="173909" y="1737302"/>
                        <a:pt x="47265" y="1533527"/>
                      </a:cubicBezTo>
                      <a:lnTo>
                        <a:pt x="192" y="1434367"/>
                      </a:lnTo>
                      <a:lnTo>
                        <a:pt x="192" y="1438981"/>
                      </a:lnTo>
                      <a:lnTo>
                        <a:pt x="0" y="1439386"/>
                      </a:lnTo>
                      <a:lnTo>
                        <a:pt x="0" y="4764"/>
                      </a:lnTo>
                      <a:lnTo>
                        <a:pt x="191" y="4616"/>
                      </a:lnTo>
                      <a:lnTo>
                        <a:pt x="19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405EB12-3265-4FD8-AE15-B453CFF084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0800000">
              <a:off x="555957" y="5230097"/>
              <a:ext cx="641183" cy="1069728"/>
              <a:chOff x="6484112" y="2967038"/>
              <a:chExt cx="641183" cy="1069728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BCD1DA60-1F78-4286-AD75-48457E4E42A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6808136" y="2967038"/>
                <a:ext cx="317159" cy="932400"/>
                <a:chOff x="6808136" y="2967038"/>
                <a:chExt cx="317159" cy="932400"/>
              </a:xfrm>
            </p:grpSpPr>
            <p:sp>
              <p:nvSpPr>
                <p:cNvPr id="64" name="Freeform 68">
                  <a:extLst>
                    <a:ext uri="{FF2B5EF4-FFF2-40B4-BE49-F238E27FC236}">
                      <a16:creationId xmlns:a16="http://schemas.microsoft.com/office/drawing/2014/main" id="{F2434CC9-D9BE-4CC5-A618-AC659C5CBD7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808136" y="2967038"/>
                  <a:ext cx="159772" cy="710627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65" name="Freeform 69">
                  <a:extLst>
                    <a:ext uri="{FF2B5EF4-FFF2-40B4-BE49-F238E27FC236}">
                      <a16:creationId xmlns:a16="http://schemas.microsoft.com/office/drawing/2014/main" id="{B9A88CD6-DA9C-42B2-A37B-5A0E1BED755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967908" y="2967038"/>
                  <a:ext cx="157387" cy="710627"/>
                </a:xfrm>
                <a:custGeom>
                  <a:avLst/>
                  <a:gdLst>
                    <a:gd name="T0" fmla="*/ 0 w 66"/>
                    <a:gd name="T1" fmla="*/ 0 h 298"/>
                    <a:gd name="T2" fmla="*/ 0 w 66"/>
                    <a:gd name="T3" fmla="*/ 298 h 298"/>
                    <a:gd name="T4" fmla="*/ 66 w 66"/>
                    <a:gd name="T5" fmla="*/ 149 h 298"/>
                    <a:gd name="T6" fmla="*/ 0 w 66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6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6" y="208"/>
                        <a:pt x="66" y="149"/>
                      </a:cubicBezTo>
                      <a:cubicBezTo>
                        <a:pt x="66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66" name="Line 70">
                  <a:extLst>
                    <a:ext uri="{FF2B5EF4-FFF2-40B4-BE49-F238E27FC236}">
                      <a16:creationId xmlns:a16="http://schemas.microsoft.com/office/drawing/2014/main" id="{4A018333-A419-44AE-9CF5-57D5319073C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967908" y="2967038"/>
                  <a:ext cx="0" cy="932400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4C9BB730-80E2-4F3A-882B-7ED9186ABD9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18900000" flipH="1">
                <a:off x="6484112" y="3104366"/>
                <a:ext cx="317159" cy="932400"/>
                <a:chOff x="6808136" y="2967038"/>
                <a:chExt cx="317159" cy="932400"/>
              </a:xfrm>
            </p:grpSpPr>
            <p:sp>
              <p:nvSpPr>
                <p:cNvPr id="61" name="Freeform 68">
                  <a:extLst>
                    <a:ext uri="{FF2B5EF4-FFF2-40B4-BE49-F238E27FC236}">
                      <a16:creationId xmlns:a16="http://schemas.microsoft.com/office/drawing/2014/main" id="{D48E4E69-835A-40C7-A548-8947A81DC1C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808136" y="2967038"/>
                  <a:ext cx="159772" cy="710627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62" name="Freeform 69">
                  <a:extLst>
                    <a:ext uri="{FF2B5EF4-FFF2-40B4-BE49-F238E27FC236}">
                      <a16:creationId xmlns:a16="http://schemas.microsoft.com/office/drawing/2014/main" id="{E4F80DAC-11B8-4A6F-9CAA-8C62C6A2E6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967908" y="2967038"/>
                  <a:ext cx="157387" cy="710627"/>
                </a:xfrm>
                <a:custGeom>
                  <a:avLst/>
                  <a:gdLst>
                    <a:gd name="T0" fmla="*/ 0 w 66"/>
                    <a:gd name="T1" fmla="*/ 0 h 298"/>
                    <a:gd name="T2" fmla="*/ 0 w 66"/>
                    <a:gd name="T3" fmla="*/ 298 h 298"/>
                    <a:gd name="T4" fmla="*/ 66 w 66"/>
                    <a:gd name="T5" fmla="*/ 149 h 298"/>
                    <a:gd name="T6" fmla="*/ 0 w 66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6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6" y="208"/>
                        <a:pt x="66" y="149"/>
                      </a:cubicBezTo>
                      <a:cubicBezTo>
                        <a:pt x="66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63" name="Line 70">
                  <a:extLst>
                    <a:ext uri="{FF2B5EF4-FFF2-40B4-BE49-F238E27FC236}">
                      <a16:creationId xmlns:a16="http://schemas.microsoft.com/office/drawing/2014/main" id="{FF491AF2-6D67-4650-B34C-5BB5F112840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967908" y="2967038"/>
                  <a:ext cx="0" cy="932400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</p:grpSp>
      <p:pic>
        <p:nvPicPr>
          <p:cNvPr id="52" name="Immagine 51">
            <a:extLst>
              <a:ext uri="{FF2B5EF4-FFF2-40B4-BE49-F238E27FC236}">
                <a16:creationId xmlns:a16="http://schemas.microsoft.com/office/drawing/2014/main" id="{20FBD414-A754-F532-4E2B-1974735697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043" b="89894" l="3731" r="99254">
                        <a14:foregroundMark x1="13806" y1="69149" x2="26866" y2="51596"/>
                        <a14:foregroundMark x1="60075" y1="74468" x2="81716" y2="56383"/>
                        <a14:foregroundMark x1="39179" y1="58511" x2="38806" y2="85638"/>
                        <a14:foregroundMark x1="8209" y1="57979" x2="18284" y2="50532"/>
                        <a14:foregroundMark x1="21642" y1="50532" x2="39552" y2="5797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1541" y="1022803"/>
            <a:ext cx="849708" cy="5960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7" name="Immagine 96">
            <a:extLst>
              <a:ext uri="{FF2B5EF4-FFF2-40B4-BE49-F238E27FC236}">
                <a16:creationId xmlns:a16="http://schemas.microsoft.com/office/drawing/2014/main" id="{7A7242C7-296C-E547-9818-A150653055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833600" y="-221004"/>
            <a:ext cx="877300" cy="1096626"/>
          </a:xfrm>
          <a:prstGeom prst="rect">
            <a:avLst/>
          </a:prstGeom>
        </p:spPr>
      </p:pic>
      <p:pic>
        <p:nvPicPr>
          <p:cNvPr id="103" name="Immagine 102">
            <a:extLst>
              <a:ext uri="{FF2B5EF4-FFF2-40B4-BE49-F238E27FC236}">
                <a16:creationId xmlns:a16="http://schemas.microsoft.com/office/drawing/2014/main" id="{1B7E3FD4-29AE-7105-7AF7-F10EC84FDC1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8604" y="-62341"/>
            <a:ext cx="1092429" cy="1092429"/>
          </a:xfrm>
          <a:prstGeom prst="rect">
            <a:avLst/>
          </a:prstGeom>
        </p:spPr>
      </p:pic>
      <p:pic>
        <p:nvPicPr>
          <p:cNvPr id="105" name="Immagine 104">
            <a:extLst>
              <a:ext uri="{FF2B5EF4-FFF2-40B4-BE49-F238E27FC236}">
                <a16:creationId xmlns:a16="http://schemas.microsoft.com/office/drawing/2014/main" id="{C9D1E28D-CFEB-9736-8A79-C05D85B7DC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0504" y="-85129"/>
            <a:ext cx="743984" cy="982763"/>
          </a:xfrm>
          <a:prstGeom prst="rect">
            <a:avLst/>
          </a:prstGeom>
        </p:spPr>
      </p:pic>
      <p:pic>
        <p:nvPicPr>
          <p:cNvPr id="102" name="Immagine 101">
            <a:extLst>
              <a:ext uri="{FF2B5EF4-FFF2-40B4-BE49-F238E27FC236}">
                <a16:creationId xmlns:a16="http://schemas.microsoft.com/office/drawing/2014/main" id="{D65F914F-5B10-9109-C945-E149686CF77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11" b="3859"/>
          <a:stretch>
            <a:fillRect/>
          </a:stretch>
        </p:blipFill>
        <p:spPr>
          <a:xfrm>
            <a:off x="-36497" y="3237735"/>
            <a:ext cx="5495977" cy="350838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79CD5D82-3AF9-34DA-2CC5-B1DE63DFAED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20"/>
          <a:stretch>
            <a:fillRect/>
          </a:stretch>
        </p:blipFill>
        <p:spPr>
          <a:xfrm>
            <a:off x="-43142" y="-28341"/>
            <a:ext cx="5495977" cy="329715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04" name="Titolo 1">
            <a:extLst>
              <a:ext uri="{FF2B5EF4-FFF2-40B4-BE49-F238E27FC236}">
                <a16:creationId xmlns:a16="http://schemas.microsoft.com/office/drawing/2014/main" id="{2CFABD4A-B1CC-0A99-2AD0-5DA86F6C39CA}"/>
              </a:ext>
            </a:extLst>
          </p:cNvPr>
          <p:cNvSpPr txBox="1">
            <a:spLocks/>
          </p:cNvSpPr>
          <p:nvPr/>
        </p:nvSpPr>
        <p:spPr>
          <a:xfrm>
            <a:off x="6495393" y="515664"/>
            <a:ext cx="5946989" cy="3617991"/>
          </a:xfrm>
          <a:prstGeom prst="rect">
            <a:avLst/>
          </a:prstGeom>
        </p:spPr>
        <p:txBody>
          <a:bodyPr vert="horz" wrap="square" lIns="91440" tIns="45720" rIns="91440" bIns="45720" rtlCol="0" anchor="b" anchorCtr="0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 cap="none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buFontTx/>
              <a:buChar char="-"/>
            </a:pPr>
            <a:r>
              <a:rPr lang="en-US" sz="7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Ingresso</a:t>
            </a:r>
            <a:r>
              <a:rPr lang="en-US" sz="7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7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nel</a:t>
            </a:r>
            <a:r>
              <a:rPr lang="en-US" sz="7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7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gioco</a:t>
            </a:r>
            <a:r>
              <a:rPr lang="en-US" sz="7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7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simil</a:t>
            </a:r>
            <a:r>
              <a:rPr lang="en-US" sz="7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Jumanji.</a:t>
            </a:r>
          </a:p>
          <a:p>
            <a:pPr>
              <a:buFontTx/>
              <a:buChar char="-"/>
            </a:pPr>
            <a:endParaRPr lang="en-US" sz="7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Tx/>
              <a:buChar char="-"/>
            </a:pPr>
            <a:r>
              <a:rPr lang="en-US" sz="7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player ha 3 </a:t>
            </a:r>
            <a:r>
              <a:rPr lang="en-US" sz="7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abilit</a:t>
            </a:r>
            <a:r>
              <a:rPr lang="it-IT" sz="7400" dirty="0"/>
              <a:t>à</a:t>
            </a:r>
            <a:r>
              <a:rPr lang="en-US" sz="7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7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danno</a:t>
            </a:r>
            <a:r>
              <a:rPr lang="en-US" sz="7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7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furtività</a:t>
            </a:r>
            <a:r>
              <a:rPr lang="en-US" sz="7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7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intelligenza</a:t>
            </a:r>
            <a:r>
              <a:rPr lang="en-US" sz="7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buFontTx/>
              <a:buChar char="-"/>
            </a:pPr>
            <a:endParaRPr lang="en-US" sz="7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Tx/>
              <a:buChar char="-"/>
            </a:pPr>
            <a:r>
              <a:rPr lang="en-US" sz="7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diverse </a:t>
            </a:r>
            <a:r>
              <a:rPr lang="en-US" sz="7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scelte</a:t>
            </a:r>
            <a:r>
              <a:rPr lang="en-US" sz="7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7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influenzano</a:t>
            </a:r>
            <a:r>
              <a:rPr lang="en-US" sz="7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 morale del </a:t>
            </a:r>
            <a:r>
              <a:rPr lang="en-US" sz="7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personaggio</a:t>
            </a:r>
            <a:r>
              <a:rPr lang="en-US" sz="7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>
              <a:buFontTx/>
              <a:buChar char="-"/>
            </a:pPr>
            <a:endParaRPr lang="en-US" sz="7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Tx/>
              <a:buChar char="-"/>
            </a:pPr>
            <a:r>
              <a:rPr lang="en-US" sz="7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player </a:t>
            </a:r>
            <a:r>
              <a:rPr lang="en-US" sz="7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deve</a:t>
            </a:r>
            <a:r>
              <a:rPr lang="en-US" sz="7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7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affrontare</a:t>
            </a:r>
            <a:r>
              <a:rPr lang="en-US" sz="7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 ogni </a:t>
            </a:r>
            <a:r>
              <a:rPr lang="en-US" sz="7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livello</a:t>
            </a:r>
            <a:r>
              <a:rPr lang="en-US" sz="7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un </a:t>
            </a:r>
            <a:r>
              <a:rPr lang="en-US" sz="7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nemico</a:t>
            </a:r>
            <a:r>
              <a:rPr lang="en-US" sz="7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7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diverso</a:t>
            </a:r>
            <a:r>
              <a:rPr lang="en-US" sz="7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 delle </a:t>
            </a:r>
            <a:r>
              <a:rPr lang="en-US" sz="7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propriet</a:t>
            </a:r>
            <a:r>
              <a:rPr lang="it-IT" sz="7400" dirty="0"/>
              <a:t>à </a:t>
            </a:r>
            <a:r>
              <a:rPr lang="it-IT" sz="7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singole.</a:t>
            </a:r>
          </a:p>
          <a:p>
            <a:pPr>
              <a:buFontTx/>
              <a:buChar char="-"/>
            </a:pPr>
            <a:endParaRPr lang="it-IT" sz="7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Tx/>
              <a:buChar char="-"/>
            </a:pPr>
            <a:r>
              <a:rPr lang="it-IT" sz="7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Livelli che vanno ad aumentare di difficoltà.</a:t>
            </a:r>
          </a:p>
          <a:p>
            <a:pPr>
              <a:buFontTx/>
              <a:buChar char="-"/>
            </a:pPr>
            <a:endParaRPr lang="it-IT" sz="7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Tx/>
              <a:buChar char="-"/>
            </a:pPr>
            <a:r>
              <a:rPr lang="it-IT" sz="7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Armi che cambiano ad ogni livello.</a:t>
            </a:r>
          </a:p>
          <a:p>
            <a:pPr algn="ctr"/>
            <a:endParaRPr lang="it-IT" sz="3600" b="1" u="sng" dirty="0">
              <a:latin typeface="Goudy Old Style" panose="02020502050305020303" pitchFamily="18" charset="0"/>
              <a:cs typeface="Times New Roman" panose="02020603050405020304" pitchFamily="18" charset="0"/>
            </a:endParaRPr>
          </a:p>
        </p:txBody>
      </p:sp>
      <p:pic>
        <p:nvPicPr>
          <p:cNvPr id="101" name="Immagine 100">
            <a:extLst>
              <a:ext uri="{FF2B5EF4-FFF2-40B4-BE49-F238E27FC236}">
                <a16:creationId xmlns:a16="http://schemas.microsoft.com/office/drawing/2014/main" id="{A2FD9362-6BFC-3CCB-2CA4-ABF374FA20D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5217718" y="-737178"/>
            <a:ext cx="1900921" cy="2176549"/>
          </a:xfrm>
          <a:prstGeom prst="rect">
            <a:avLst/>
          </a:prstGeom>
        </p:spPr>
      </p:pic>
      <p:pic>
        <p:nvPicPr>
          <p:cNvPr id="107" name="Immagine 106">
            <a:extLst>
              <a:ext uri="{FF2B5EF4-FFF2-40B4-BE49-F238E27FC236}">
                <a16:creationId xmlns:a16="http://schemas.microsoft.com/office/drawing/2014/main" id="{3F7E9C5E-9551-798A-1C1D-8AC5D116D86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4175" y="3667758"/>
            <a:ext cx="2827488" cy="2827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30088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0DB8CF8-19EE-1537-C0C2-E12B94A95B11}"/>
              </a:ext>
            </a:extLst>
          </p:cNvPr>
          <p:cNvSpPr txBox="1">
            <a:spLocks/>
          </p:cNvSpPr>
          <p:nvPr/>
        </p:nvSpPr>
        <p:spPr>
          <a:xfrm>
            <a:off x="2861609" y="0"/>
            <a:ext cx="6468781" cy="578378"/>
          </a:xfrm>
          <a:prstGeom prst="rect">
            <a:avLst/>
          </a:prstGeom>
        </p:spPr>
        <p:txBody>
          <a:bodyPr vert="horz" wrap="square" lIns="91440" tIns="45720" rIns="91440" bIns="45720" rtlCol="0" anchor="b" anchorCtr="0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 cap="none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b="1" dirty="0"/>
              <a:t>SPRINT SU JIRA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443912B4-E551-77A9-EAA8-5F0F9D6B79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09993"/>
            <a:ext cx="7124391" cy="164966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C5D3229D-DDC3-7ACA-3ABD-917AB3DF1F62}"/>
              </a:ext>
            </a:extLst>
          </p:cNvPr>
          <p:cNvSpPr txBox="1"/>
          <p:nvPr/>
        </p:nvSpPr>
        <p:spPr>
          <a:xfrm>
            <a:off x="-872613" y="503154"/>
            <a:ext cx="61205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dirty="0"/>
              <a:t>"Monitoraggio Risorse e Potenziamento"</a:t>
            </a:r>
            <a:endParaRPr lang="it-IT" b="1" dirty="0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A250B0AA-6B2A-D9DB-1853-256687B44BFC}"/>
              </a:ext>
            </a:extLst>
          </p:cNvPr>
          <p:cNvSpPr txBox="1"/>
          <p:nvPr/>
        </p:nvSpPr>
        <p:spPr>
          <a:xfrm>
            <a:off x="7570840" y="2509512"/>
            <a:ext cx="63270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"Dinamiche di Incontro e Combattimento"</a:t>
            </a: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247AAD75-5E6A-CADB-FBA4-260C33D0B7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7614" y="2878844"/>
            <a:ext cx="7224386" cy="164606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68ED7268-97A3-EABE-74D7-8E36D26EAF12}"/>
              </a:ext>
            </a:extLst>
          </p:cNvPr>
          <p:cNvSpPr txBox="1"/>
          <p:nvPr/>
        </p:nvSpPr>
        <p:spPr>
          <a:xfrm>
            <a:off x="0" y="4474758"/>
            <a:ext cx="63123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"Persistenza e Evoluzione del Mondo"</a:t>
            </a: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D3BF8128-4945-184B-C4A2-804F8DBEF9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06" r="1515" b="4284"/>
          <a:stretch>
            <a:fillRect/>
          </a:stretch>
        </p:blipFill>
        <p:spPr>
          <a:xfrm>
            <a:off x="11994" y="4894239"/>
            <a:ext cx="7742646" cy="164606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4F1D42A7-BF61-8E9F-E823-C616F1B1B3D7}"/>
              </a:ext>
            </a:extLst>
          </p:cNvPr>
          <p:cNvSpPr txBox="1"/>
          <p:nvPr/>
        </p:nvSpPr>
        <p:spPr>
          <a:xfrm>
            <a:off x="8762729" y="5362932"/>
            <a:ext cx="738894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u="sng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 </a:t>
            </a:r>
            <a:r>
              <a:rPr lang="it-IT" sz="2800" u="sng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Jira</a:t>
            </a:r>
            <a:endParaRPr lang="it-IT" sz="2800" u="sng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22" name="Immagine 21">
            <a:extLst>
              <a:ext uri="{FF2B5EF4-FFF2-40B4-BE49-F238E27FC236}">
                <a16:creationId xmlns:a16="http://schemas.microsoft.com/office/drawing/2014/main" id="{5D77339E-EA5F-8C8F-0ECD-D321B385F73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8649" y="947710"/>
            <a:ext cx="1682603" cy="1261953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4" name="Immagine 23">
            <a:extLst>
              <a:ext uri="{FF2B5EF4-FFF2-40B4-BE49-F238E27FC236}">
                <a16:creationId xmlns:a16="http://schemas.microsoft.com/office/drawing/2014/main" id="{C7896579-C6C1-6474-A76B-E59299863E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5177" y="2891276"/>
            <a:ext cx="1905000" cy="1428750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5" name="Immagine 24">
            <a:extLst>
              <a:ext uri="{FF2B5EF4-FFF2-40B4-BE49-F238E27FC236}">
                <a16:creationId xmlns:a16="http://schemas.microsoft.com/office/drawing/2014/main" id="{86E1A6E3-CD61-FFB6-D93C-D422740ADC9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2930" b="9375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8824" y="-10623"/>
            <a:ext cx="859971" cy="489228"/>
          </a:xfrm>
          <a:prstGeom prst="rect">
            <a:avLst/>
          </a:prstGeom>
        </p:spPr>
      </p:pic>
      <p:pic>
        <p:nvPicPr>
          <p:cNvPr id="26" name="Immagine 25">
            <a:extLst>
              <a:ext uri="{FF2B5EF4-FFF2-40B4-BE49-F238E27FC236}">
                <a16:creationId xmlns:a16="http://schemas.microsoft.com/office/drawing/2014/main" id="{BCC13778-9858-529D-656E-0BA160C1394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2930" b="9375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3317" y="13926"/>
            <a:ext cx="859971" cy="489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740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BEF3B12-DB18-04C4-CF8C-574F1E79A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975728" y="173304"/>
            <a:ext cx="10213200" cy="647127"/>
          </a:xfrm>
        </p:spPr>
        <p:txBody>
          <a:bodyPr/>
          <a:lstStyle/>
          <a:p>
            <a:pPr algn="ctr"/>
            <a:r>
              <a:rPr lang="it-IT" b="1" u="sng" dirty="0"/>
              <a:t>Obiettivo di questi sprint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E17B3CFD-E95F-61B6-9F4D-E48AE03339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930" b="9375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695" y="223514"/>
            <a:ext cx="859971" cy="489228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44D335A6-F0FB-AA3D-09E0-2AAE7632DD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930" b="9375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6029" y="252253"/>
            <a:ext cx="859971" cy="489228"/>
          </a:xfrm>
          <a:prstGeom prst="rect">
            <a:avLst/>
          </a:prstGeom>
        </p:spPr>
      </p:pic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19366FA4-31FB-601C-021E-7FD57F97AD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961" y="803279"/>
            <a:ext cx="8280123" cy="5646681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Sistema Evolutivo delle Statistiche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Implementazione delle quattro abilità core (Danno, Furtività, Intelligenza e Moralità) con logica di crescita dinamica basata sulle scelte del giocatore.</a:t>
            </a:r>
          </a:p>
          <a:p>
            <a:pPr>
              <a:lnSpc>
                <a:spcPct val="100000"/>
              </a:lnSpc>
              <a:buFontTx/>
              <a:buChar char="-"/>
            </a:pPr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Gerarchia dei Nemici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Factory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Method): Creazione di una struttura scalabile per i Boss (Goblin, Anubi,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Chica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Yeti,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SerpenteTreTeste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ognuno con statistiche e comportamenti di attacco unici.</a:t>
            </a:r>
          </a:p>
          <a:p>
            <a:pPr marL="0" indent="0">
              <a:lnSpc>
                <a:spcPct val="100000"/>
              </a:lnSpc>
              <a:buNone/>
            </a:pPr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Gestione Equipaggiamento 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(Abstract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Factory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Sviluppo di un sistema di generazione oggetti diviso per livelli, che include intere famiglie di Armi, Pozioni e Armature calibrate sulla progressione del gioco.</a:t>
            </a:r>
          </a:p>
          <a:p>
            <a:pPr marL="0" indent="0">
              <a:lnSpc>
                <a:spcPct val="100000"/>
              </a:lnSpc>
              <a:buNone/>
            </a:pPr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Interazioni NPC e Dialoghi Cooperativi 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Factory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Method): Creazione di un sistema di incontro con personaggi non giocanti che permette a entrambi i player di compiere scelte morali divergenti che influenzano lo stato del gioco.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F736E2E5-BD11-6493-169A-C7FB4FED3D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75" b="8868"/>
          <a:stretch>
            <a:fillRect/>
          </a:stretch>
        </p:blipFill>
        <p:spPr>
          <a:xfrm>
            <a:off x="7771620" y="382359"/>
            <a:ext cx="2001713" cy="13054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EE2759AD-A371-856F-F267-17B5C7D016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5" t="25392" r="22350" b="10829"/>
          <a:stretch>
            <a:fillRect/>
          </a:stretch>
        </p:blipFill>
        <p:spPr>
          <a:xfrm>
            <a:off x="7762014" y="1991406"/>
            <a:ext cx="1162007" cy="123736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F0FADE16-D5E1-F348-E253-6E25736ED34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921" t="15317" b="2397"/>
          <a:stretch>
            <a:fillRect/>
          </a:stretch>
        </p:blipFill>
        <p:spPr>
          <a:xfrm>
            <a:off x="8809772" y="2307860"/>
            <a:ext cx="963561" cy="110059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7" name="Immagine 16">
            <a:extLst>
              <a:ext uri="{FF2B5EF4-FFF2-40B4-BE49-F238E27FC236}">
                <a16:creationId xmlns:a16="http://schemas.microsoft.com/office/drawing/2014/main" id="{74BA0DE7-1B29-6D3D-1DD3-5ED4F2AD410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9966" y="4028493"/>
            <a:ext cx="3539613" cy="26717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4259445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diamond/>
      </p:transition>
    </mc:Choice>
    <mc:Fallback xmlns="">
      <p:transition spd="slow">
        <p:diamond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E6ADC8-DA03-CFBD-1E5B-74C421EC7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E913EE8-CFB6-F665-DE01-5F576C5BF8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9D181E0-54FF-9411-4736-BB29FFC2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03385" y="153186"/>
            <a:ext cx="6468781" cy="578378"/>
          </a:xfrm>
        </p:spPr>
        <p:txBody>
          <a:bodyPr wrap="square" anchor="b">
            <a:normAutofit fontScale="90000"/>
          </a:bodyPr>
          <a:lstStyle/>
          <a:p>
            <a:pPr algn="ctr"/>
            <a:r>
              <a:rPr lang="it-IT" b="1" dirty="0"/>
              <a:t>SCHEMI UML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EF4BD6D-D1BF-DDBA-ACF2-0A46B87C7D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99766" y="716800"/>
            <a:ext cx="3838575" cy="5583025"/>
            <a:chOff x="199766" y="716800"/>
            <a:chExt cx="3838575" cy="5583025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0D9704D-5356-91DA-5CFD-46010A3BA2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2700000">
              <a:off x="890329" y="26237"/>
              <a:ext cx="2457450" cy="3838575"/>
              <a:chOff x="587376" y="280988"/>
              <a:chExt cx="2457450" cy="3838575"/>
            </a:xfrm>
          </p:grpSpPr>
          <p:sp>
            <p:nvSpPr>
              <p:cNvPr id="30" name="Freeform 64">
                <a:extLst>
                  <a:ext uri="{FF2B5EF4-FFF2-40B4-BE49-F238E27FC236}">
                    <a16:creationId xmlns:a16="http://schemas.microsoft.com/office/drawing/2014/main" id="{43E8821D-92B2-C474-E3C5-FA3B076FD96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1443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1" name="Freeform 81">
                <a:extLst>
                  <a:ext uri="{FF2B5EF4-FFF2-40B4-BE49-F238E27FC236}">
                    <a16:creationId xmlns:a16="http://schemas.microsoft.com/office/drawing/2014/main" id="{912C5994-A7E2-6F04-48F4-2EC7C039ABB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205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2" name="Freeform 61">
                <a:extLst>
                  <a:ext uri="{FF2B5EF4-FFF2-40B4-BE49-F238E27FC236}">
                    <a16:creationId xmlns:a16="http://schemas.microsoft.com/office/drawing/2014/main" id="{3441B008-0D2E-907C-0811-36A909B786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1443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3" name="Freeform 78">
                <a:extLst>
                  <a:ext uri="{FF2B5EF4-FFF2-40B4-BE49-F238E27FC236}">
                    <a16:creationId xmlns:a16="http://schemas.microsoft.com/office/drawing/2014/main" id="{00EBE37A-D147-5AED-5979-85783179A23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205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4" name="Freeform 84">
                <a:extLst>
                  <a:ext uri="{FF2B5EF4-FFF2-40B4-BE49-F238E27FC236}">
                    <a16:creationId xmlns:a16="http://schemas.microsoft.com/office/drawing/2014/main" id="{E3B26FB9-60C7-83D7-AB8B-2EB6CB0FE7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967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5" name="Freeform 87">
                <a:extLst>
                  <a:ext uri="{FF2B5EF4-FFF2-40B4-BE49-F238E27FC236}">
                    <a16:creationId xmlns:a16="http://schemas.microsoft.com/office/drawing/2014/main" id="{9F2A2061-74D5-BAF7-0181-809806146E8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967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6" name="Freeform 60">
                <a:extLst>
                  <a:ext uri="{FF2B5EF4-FFF2-40B4-BE49-F238E27FC236}">
                    <a16:creationId xmlns:a16="http://schemas.microsoft.com/office/drawing/2014/main" id="{3C84D009-A966-D14B-74C8-067A6EE4082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80988"/>
                <a:ext cx="319088" cy="1419225"/>
              </a:xfrm>
              <a:custGeom>
                <a:avLst/>
                <a:gdLst>
                  <a:gd name="T0" fmla="*/ 0 w 67"/>
                  <a:gd name="T1" fmla="*/ 0 h 298"/>
                  <a:gd name="T2" fmla="*/ 0 w 67"/>
                  <a:gd name="T3" fmla="*/ 298 h 298"/>
                  <a:gd name="T4" fmla="*/ 67 w 67"/>
                  <a:gd name="T5" fmla="*/ 149 h 298"/>
                  <a:gd name="T6" fmla="*/ 0 w 67"/>
                  <a:gd name="T7" fmla="*/ 0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0"/>
                    </a:moveTo>
                    <a:cubicBezTo>
                      <a:pt x="0" y="298"/>
                      <a:pt x="0" y="298"/>
                      <a:pt x="0" y="298"/>
                    </a:cubicBezTo>
                    <a:cubicBezTo>
                      <a:pt x="41" y="261"/>
                      <a:pt x="67" y="208"/>
                      <a:pt x="67" y="149"/>
                    </a:cubicBezTo>
                    <a:cubicBezTo>
                      <a:pt x="67" y="89"/>
                      <a:pt x="41" y="36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27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7" name="Freeform 59">
                <a:extLst>
                  <a:ext uri="{FF2B5EF4-FFF2-40B4-BE49-F238E27FC236}">
                    <a16:creationId xmlns:a16="http://schemas.microsoft.com/office/drawing/2014/main" id="{6EB83CE6-13AE-4596-D83B-BAD58EE8F36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497013" y="280988"/>
                <a:ext cx="319088" cy="1419225"/>
              </a:xfrm>
              <a:custGeom>
                <a:avLst/>
                <a:gdLst>
                  <a:gd name="T0" fmla="*/ 0 w 67"/>
                  <a:gd name="T1" fmla="*/ 149 h 298"/>
                  <a:gd name="T2" fmla="*/ 67 w 67"/>
                  <a:gd name="T3" fmla="*/ 298 h 298"/>
                  <a:gd name="T4" fmla="*/ 67 w 67"/>
                  <a:gd name="T5" fmla="*/ 0 h 298"/>
                  <a:gd name="T6" fmla="*/ 0 w 67"/>
                  <a:gd name="T7" fmla="*/ 149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149"/>
                    </a:moveTo>
                    <a:cubicBezTo>
                      <a:pt x="0" y="208"/>
                      <a:pt x="26" y="261"/>
                      <a:pt x="67" y="298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26" y="36"/>
                      <a:pt x="0" y="89"/>
                      <a:pt x="0" y="149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8" name="Freeform 62">
                <a:extLst>
                  <a:ext uri="{FF2B5EF4-FFF2-40B4-BE49-F238E27FC236}">
                    <a16:creationId xmlns:a16="http://schemas.microsoft.com/office/drawing/2014/main" id="{76563D29-0BD0-F92A-DCB1-01E9CE3379A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1390651"/>
                <a:ext cx="1228725" cy="761999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  <p:sp>
            <p:nvSpPr>
              <p:cNvPr id="39" name="Freeform 65">
                <a:extLst>
                  <a:ext uri="{FF2B5EF4-FFF2-40B4-BE49-F238E27FC236}">
                    <a16:creationId xmlns:a16="http://schemas.microsoft.com/office/drawing/2014/main" id="{95C7CB57-9A5B-5746-7549-5D4D6C9E18B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1362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0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40" name="Freeform 79">
                <a:extLst>
                  <a:ext uri="{FF2B5EF4-FFF2-40B4-BE49-F238E27FC236}">
                    <a16:creationId xmlns:a16="http://schemas.microsoft.com/office/drawing/2014/main" id="{4AD75599-D34C-3515-0BBE-9DA9DC01232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124075"/>
                <a:ext cx="1228725" cy="790575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41" name="Freeform 82">
                <a:extLst>
                  <a:ext uri="{FF2B5EF4-FFF2-40B4-BE49-F238E27FC236}">
                    <a16:creationId xmlns:a16="http://schemas.microsoft.com/office/drawing/2014/main" id="{CCB4591C-CB21-4532-22CC-1887A8F7393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124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42" name="Freeform 85">
                <a:extLst>
                  <a:ext uri="{FF2B5EF4-FFF2-40B4-BE49-F238E27FC236}">
                    <a16:creationId xmlns:a16="http://schemas.microsoft.com/office/drawing/2014/main" id="{000E3CA8-1825-35E2-6A59-E101A205D80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886075"/>
                <a:ext cx="1228725" cy="790575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43" name="Freeform 88">
                <a:extLst>
                  <a:ext uri="{FF2B5EF4-FFF2-40B4-BE49-F238E27FC236}">
                    <a16:creationId xmlns:a16="http://schemas.microsoft.com/office/drawing/2014/main" id="{73FADB6C-97C7-559B-B746-078B777800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886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grpSp>
            <p:nvGrpSpPr>
              <p:cNvPr id="44" name="Group 43">
                <a:extLst>
                  <a:ext uri="{FF2B5EF4-FFF2-40B4-BE49-F238E27FC236}">
                    <a16:creationId xmlns:a16="http://schemas.microsoft.com/office/drawing/2014/main" id="{D1E2922F-17E1-4CAB-0A41-8533D58E66A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587376" y="280988"/>
                <a:ext cx="2457450" cy="3838575"/>
                <a:chOff x="587376" y="280988"/>
                <a:chExt cx="2457450" cy="3838575"/>
              </a:xfrm>
            </p:grpSpPr>
            <p:sp>
              <p:nvSpPr>
                <p:cNvPr id="45" name="Line 63">
                  <a:extLst>
                    <a:ext uri="{FF2B5EF4-FFF2-40B4-BE49-F238E27FC236}">
                      <a16:creationId xmlns:a16="http://schemas.microsoft.com/office/drawing/2014/main" id="{53EC5345-96B0-6594-9D6D-EBB15522460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1443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6" name="Line 66">
                  <a:extLst>
                    <a:ext uri="{FF2B5EF4-FFF2-40B4-BE49-F238E27FC236}">
                      <a16:creationId xmlns:a16="http://schemas.microsoft.com/office/drawing/2014/main" id="{4E349572-7E81-7DF7-1040-1D2C2D09F7C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1443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7" name="Line 67">
                  <a:extLst>
                    <a:ext uri="{FF2B5EF4-FFF2-40B4-BE49-F238E27FC236}">
                      <a16:creationId xmlns:a16="http://schemas.microsoft.com/office/drawing/2014/main" id="{655B9C5D-DAB3-22C7-71DA-0B75A28DACC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80988"/>
                  <a:ext cx="0" cy="3838575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8" name="Line 80">
                  <a:extLst>
                    <a:ext uri="{FF2B5EF4-FFF2-40B4-BE49-F238E27FC236}">
                      <a16:creationId xmlns:a16="http://schemas.microsoft.com/office/drawing/2014/main" id="{9EB25152-2871-D568-6A0E-A446220F548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205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9" name="Line 83">
                  <a:extLst>
                    <a:ext uri="{FF2B5EF4-FFF2-40B4-BE49-F238E27FC236}">
                      <a16:creationId xmlns:a16="http://schemas.microsoft.com/office/drawing/2014/main" id="{09A3388D-CE82-77AC-DC56-6B12AC154AB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205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50" name="Line 86">
                  <a:extLst>
                    <a:ext uri="{FF2B5EF4-FFF2-40B4-BE49-F238E27FC236}">
                      <a16:creationId xmlns:a16="http://schemas.microsoft.com/office/drawing/2014/main" id="{5BF8D372-7C43-D208-72B7-4DD9AFEEE6D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967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51" name="Line 89">
                  <a:extLst>
                    <a:ext uri="{FF2B5EF4-FFF2-40B4-BE49-F238E27FC236}">
                      <a16:creationId xmlns:a16="http://schemas.microsoft.com/office/drawing/2014/main" id="{82DF2695-B067-1F9C-C6D4-580E93BDDEB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967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6237489-1857-DA9B-B19B-D50C49F6D7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3500000">
              <a:off x="480743" y="3311698"/>
              <a:ext cx="1785984" cy="2211229"/>
              <a:chOff x="3125006" y="3171595"/>
              <a:chExt cx="1785984" cy="2211229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498CAB96-2B06-CAAB-3BEA-FC17162DD9A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36819" y="3174345"/>
                <a:ext cx="1760933" cy="2208479"/>
                <a:chOff x="4749017" y="2998646"/>
                <a:chExt cx="1760933" cy="2208479"/>
              </a:xfrm>
            </p:grpSpPr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9FB73F46-D31C-9C18-7E7E-6DD4CF75D04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flipH="1">
                  <a:off x="5630197" y="2998646"/>
                  <a:ext cx="0" cy="2208479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88DAE417-6161-77DB-22EA-F33D3EE61F6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rot="10800000" flipH="1">
                  <a:off x="4749017" y="4416771"/>
                  <a:ext cx="1760933" cy="0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" name="Rectangle 30">
                  <a:extLst>
                    <a:ext uri="{FF2B5EF4-FFF2-40B4-BE49-F238E27FC236}">
                      <a16:creationId xmlns:a16="http://schemas.microsoft.com/office/drawing/2014/main" id="{B31C90E8-02BE-CF5F-46B9-2F2C7A035CB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136242" y="3224252"/>
                  <a:ext cx="987915" cy="987915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" name="Rectangle 30">
                  <a:extLst>
                    <a:ext uri="{FF2B5EF4-FFF2-40B4-BE49-F238E27FC236}">
                      <a16:creationId xmlns:a16="http://schemas.microsoft.com/office/drawing/2014/main" id="{15BAFAED-BD0A-CE38-3F50-1716E0E249E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327037" y="3070731"/>
                  <a:ext cx="606323" cy="606323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476B79BB-AD66-1707-40CF-33DB39C3989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25006" y="3171595"/>
                <a:ext cx="1785984" cy="1799739"/>
                <a:chOff x="6879836" y="3516901"/>
                <a:chExt cx="1785984" cy="1799739"/>
              </a:xfrm>
            </p:grpSpPr>
            <p:sp>
              <p:nvSpPr>
                <p:cNvPr id="24" name="Freeform: Shape 23">
                  <a:extLst>
                    <a:ext uri="{FF2B5EF4-FFF2-40B4-BE49-F238E27FC236}">
                      <a16:creationId xmlns:a16="http://schemas.microsoft.com/office/drawing/2014/main" id="{3FA3FD66-E6DF-D3A4-728A-B1958C8D8C1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6879836" y="3521665"/>
                  <a:ext cx="892801" cy="1794975"/>
                </a:xfrm>
                <a:custGeom>
                  <a:avLst/>
                  <a:gdLst>
                    <a:gd name="connsiteX0" fmla="*/ 892801 w 892801"/>
                    <a:gd name="connsiteY0" fmla="*/ 0 h 1794975"/>
                    <a:gd name="connsiteX1" fmla="*/ 892801 w 892801"/>
                    <a:gd name="connsiteY1" fmla="*/ 1434622 h 1794975"/>
                    <a:gd name="connsiteX2" fmla="*/ 845919 w 892801"/>
                    <a:gd name="connsiteY2" fmla="*/ 1533379 h 1794975"/>
                    <a:gd name="connsiteX3" fmla="*/ 440820 w 892801"/>
                    <a:gd name="connsiteY3" fmla="*/ 1794916 h 1794975"/>
                    <a:gd name="connsiteX4" fmla="*/ 379878 w 892801"/>
                    <a:gd name="connsiteY4" fmla="*/ 1791253 h 1794975"/>
                    <a:gd name="connsiteX5" fmla="*/ 763083 w 892801"/>
                    <a:gd name="connsiteY5" fmla="*/ 100140 h 1794975"/>
                    <a:gd name="connsiteX6" fmla="*/ 892801 w 892801"/>
                    <a:gd name="connsiteY6" fmla="*/ 0 h 1794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92801" h="1794975">
                      <a:moveTo>
                        <a:pt x="892801" y="0"/>
                      </a:moveTo>
                      <a:lnTo>
                        <a:pt x="892801" y="1434622"/>
                      </a:lnTo>
                      <a:lnTo>
                        <a:pt x="845919" y="1533379"/>
                      </a:lnTo>
                      <a:cubicBezTo>
                        <a:pt x="735106" y="1711682"/>
                        <a:pt x="584368" y="1792418"/>
                        <a:pt x="440820" y="1794916"/>
                      </a:cubicBezTo>
                      <a:cubicBezTo>
                        <a:pt x="420314" y="1795273"/>
                        <a:pt x="399954" y="1794033"/>
                        <a:pt x="379878" y="1791253"/>
                      </a:cubicBezTo>
                      <a:cubicBezTo>
                        <a:pt x="-41718" y="1732871"/>
                        <a:pt x="-338017" y="995203"/>
                        <a:pt x="763083" y="100140"/>
                      </a:cubicBezTo>
                      <a:lnTo>
                        <a:pt x="89280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" name="Freeform: Shape 24">
                  <a:extLst>
                    <a:ext uri="{FF2B5EF4-FFF2-40B4-BE49-F238E27FC236}">
                      <a16:creationId xmlns:a16="http://schemas.microsoft.com/office/drawing/2014/main" id="{C911BA49-FF89-4A37-6FF8-7E0DCB834D6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7772637" y="3516901"/>
                  <a:ext cx="893183" cy="1795123"/>
                </a:xfrm>
                <a:custGeom>
                  <a:avLst/>
                  <a:gdLst>
                    <a:gd name="connsiteX0" fmla="*/ 191 w 893183"/>
                    <a:gd name="connsiteY0" fmla="*/ 0 h 1795123"/>
                    <a:gd name="connsiteX1" fmla="*/ 130101 w 893183"/>
                    <a:gd name="connsiteY1" fmla="*/ 100288 h 1795123"/>
                    <a:gd name="connsiteX2" fmla="*/ 513306 w 893183"/>
                    <a:gd name="connsiteY2" fmla="*/ 1791401 h 1795123"/>
                    <a:gd name="connsiteX3" fmla="*/ 47265 w 893183"/>
                    <a:gd name="connsiteY3" fmla="*/ 1533527 h 1795123"/>
                    <a:gd name="connsiteX4" fmla="*/ 192 w 893183"/>
                    <a:gd name="connsiteY4" fmla="*/ 1434367 h 1795123"/>
                    <a:gd name="connsiteX5" fmla="*/ 192 w 893183"/>
                    <a:gd name="connsiteY5" fmla="*/ 1438981 h 1795123"/>
                    <a:gd name="connsiteX6" fmla="*/ 0 w 893183"/>
                    <a:gd name="connsiteY6" fmla="*/ 1439386 h 1795123"/>
                    <a:gd name="connsiteX7" fmla="*/ 0 w 893183"/>
                    <a:gd name="connsiteY7" fmla="*/ 4764 h 1795123"/>
                    <a:gd name="connsiteX8" fmla="*/ 191 w 893183"/>
                    <a:gd name="connsiteY8" fmla="*/ 4616 h 1795123"/>
                    <a:gd name="connsiteX9" fmla="*/ 191 w 893183"/>
                    <a:gd name="connsiteY9" fmla="*/ 0 h 1795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893183" h="1795123">
                      <a:moveTo>
                        <a:pt x="191" y="0"/>
                      </a:moveTo>
                      <a:lnTo>
                        <a:pt x="130101" y="100288"/>
                      </a:lnTo>
                      <a:cubicBezTo>
                        <a:pt x="1231201" y="995351"/>
                        <a:pt x="934902" y="1733019"/>
                        <a:pt x="513306" y="1791401"/>
                      </a:cubicBezTo>
                      <a:cubicBezTo>
                        <a:pt x="352699" y="1813642"/>
                        <a:pt x="173909" y="1737302"/>
                        <a:pt x="47265" y="1533527"/>
                      </a:cubicBezTo>
                      <a:lnTo>
                        <a:pt x="192" y="1434367"/>
                      </a:lnTo>
                      <a:lnTo>
                        <a:pt x="192" y="1438981"/>
                      </a:lnTo>
                      <a:lnTo>
                        <a:pt x="0" y="1439386"/>
                      </a:lnTo>
                      <a:lnTo>
                        <a:pt x="0" y="4764"/>
                      </a:lnTo>
                      <a:lnTo>
                        <a:pt x="191" y="4616"/>
                      </a:lnTo>
                      <a:lnTo>
                        <a:pt x="19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BA2C680-8691-42C9-B08A-85DA967C5D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0800000">
              <a:off x="555957" y="5230097"/>
              <a:ext cx="641183" cy="1069728"/>
              <a:chOff x="6484112" y="2967038"/>
              <a:chExt cx="641183" cy="1069728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9BAE4D7D-E02A-678C-8934-799613916DE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6808136" y="2967038"/>
                <a:ext cx="317159" cy="932400"/>
                <a:chOff x="6808136" y="2967038"/>
                <a:chExt cx="317159" cy="932400"/>
              </a:xfrm>
            </p:grpSpPr>
            <p:sp>
              <p:nvSpPr>
                <p:cNvPr id="19" name="Freeform 68">
                  <a:extLst>
                    <a:ext uri="{FF2B5EF4-FFF2-40B4-BE49-F238E27FC236}">
                      <a16:creationId xmlns:a16="http://schemas.microsoft.com/office/drawing/2014/main" id="{5A470D78-8F73-936B-4269-16203C5050E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808136" y="2967038"/>
                  <a:ext cx="159772" cy="710627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0" name="Freeform 69">
                  <a:extLst>
                    <a:ext uri="{FF2B5EF4-FFF2-40B4-BE49-F238E27FC236}">
                      <a16:creationId xmlns:a16="http://schemas.microsoft.com/office/drawing/2014/main" id="{3C9298BE-222A-7A31-EC08-CE64BDE78BB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967908" y="2967038"/>
                  <a:ext cx="157387" cy="710627"/>
                </a:xfrm>
                <a:custGeom>
                  <a:avLst/>
                  <a:gdLst>
                    <a:gd name="T0" fmla="*/ 0 w 66"/>
                    <a:gd name="T1" fmla="*/ 0 h 298"/>
                    <a:gd name="T2" fmla="*/ 0 w 66"/>
                    <a:gd name="T3" fmla="*/ 298 h 298"/>
                    <a:gd name="T4" fmla="*/ 66 w 66"/>
                    <a:gd name="T5" fmla="*/ 149 h 298"/>
                    <a:gd name="T6" fmla="*/ 0 w 66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6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6" y="208"/>
                        <a:pt x="66" y="149"/>
                      </a:cubicBezTo>
                      <a:cubicBezTo>
                        <a:pt x="66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1" name="Line 70">
                  <a:extLst>
                    <a:ext uri="{FF2B5EF4-FFF2-40B4-BE49-F238E27FC236}">
                      <a16:creationId xmlns:a16="http://schemas.microsoft.com/office/drawing/2014/main" id="{49E98CF1-F64D-1E01-B870-6565F87516D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967908" y="2967038"/>
                  <a:ext cx="0" cy="932400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A2FC16FA-69B2-2A8B-2AE4-68304589A3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18900000" flipH="1">
                <a:off x="6484112" y="3104366"/>
                <a:ext cx="317159" cy="932400"/>
                <a:chOff x="6808136" y="2967038"/>
                <a:chExt cx="317159" cy="932400"/>
              </a:xfrm>
            </p:grpSpPr>
            <p:sp>
              <p:nvSpPr>
                <p:cNvPr id="16" name="Freeform 68">
                  <a:extLst>
                    <a:ext uri="{FF2B5EF4-FFF2-40B4-BE49-F238E27FC236}">
                      <a16:creationId xmlns:a16="http://schemas.microsoft.com/office/drawing/2014/main" id="{B9501230-A140-5C65-9150-1CB22BF8D17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808136" y="2967038"/>
                  <a:ext cx="159772" cy="710627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17" name="Freeform 69">
                  <a:extLst>
                    <a:ext uri="{FF2B5EF4-FFF2-40B4-BE49-F238E27FC236}">
                      <a16:creationId xmlns:a16="http://schemas.microsoft.com/office/drawing/2014/main" id="{97A142D8-CA57-5ACA-3438-D5DAD6DD28D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967908" y="2967038"/>
                  <a:ext cx="157387" cy="710627"/>
                </a:xfrm>
                <a:custGeom>
                  <a:avLst/>
                  <a:gdLst>
                    <a:gd name="T0" fmla="*/ 0 w 66"/>
                    <a:gd name="T1" fmla="*/ 0 h 298"/>
                    <a:gd name="T2" fmla="*/ 0 w 66"/>
                    <a:gd name="T3" fmla="*/ 298 h 298"/>
                    <a:gd name="T4" fmla="*/ 66 w 66"/>
                    <a:gd name="T5" fmla="*/ 149 h 298"/>
                    <a:gd name="T6" fmla="*/ 0 w 66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6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6" y="208"/>
                        <a:pt x="66" y="149"/>
                      </a:cubicBezTo>
                      <a:cubicBezTo>
                        <a:pt x="66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18" name="Line 70">
                  <a:extLst>
                    <a:ext uri="{FF2B5EF4-FFF2-40B4-BE49-F238E27FC236}">
                      <a16:creationId xmlns:a16="http://schemas.microsoft.com/office/drawing/2014/main" id="{B76B4672-5568-73EB-F991-83737D25DF2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967908" y="2967038"/>
                  <a:ext cx="0" cy="932400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</p:grp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34CD6AB-6FF4-8BC8-1B63-EB67999F7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826000" y="2428148"/>
            <a:ext cx="5400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4787371-AB22-3659-BDF6-8F024DDDFC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153659" y="716800"/>
            <a:ext cx="3838575" cy="5583025"/>
            <a:chOff x="199766" y="716800"/>
            <a:chExt cx="3838575" cy="5583025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1F08F0D1-5D06-E053-8066-3A2B2EB7EC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2700000">
              <a:off x="890329" y="26237"/>
              <a:ext cx="2457450" cy="3838575"/>
              <a:chOff x="587376" y="280988"/>
              <a:chExt cx="2457450" cy="3838575"/>
            </a:xfrm>
          </p:grpSpPr>
          <p:sp>
            <p:nvSpPr>
              <p:cNvPr id="75" name="Freeform 64">
                <a:extLst>
                  <a:ext uri="{FF2B5EF4-FFF2-40B4-BE49-F238E27FC236}">
                    <a16:creationId xmlns:a16="http://schemas.microsoft.com/office/drawing/2014/main" id="{481FE5DA-FE4B-7DE0-F126-1FF3C1F84EB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1443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6" name="Freeform 81">
                <a:extLst>
                  <a:ext uri="{FF2B5EF4-FFF2-40B4-BE49-F238E27FC236}">
                    <a16:creationId xmlns:a16="http://schemas.microsoft.com/office/drawing/2014/main" id="{5B1074A5-1908-B36D-64F5-05D44820B29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205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7" name="Freeform 61">
                <a:extLst>
                  <a:ext uri="{FF2B5EF4-FFF2-40B4-BE49-F238E27FC236}">
                    <a16:creationId xmlns:a16="http://schemas.microsoft.com/office/drawing/2014/main" id="{99FAFEAD-D88B-6794-B5BC-0EC58AA2882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1443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8" name="Freeform 78">
                <a:extLst>
                  <a:ext uri="{FF2B5EF4-FFF2-40B4-BE49-F238E27FC236}">
                    <a16:creationId xmlns:a16="http://schemas.microsoft.com/office/drawing/2014/main" id="{323ACF9D-9C43-A78A-4F32-73426C5DA2A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205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9" name="Freeform 84">
                <a:extLst>
                  <a:ext uri="{FF2B5EF4-FFF2-40B4-BE49-F238E27FC236}">
                    <a16:creationId xmlns:a16="http://schemas.microsoft.com/office/drawing/2014/main" id="{45610F52-EF5B-4087-23F2-3DFA1FB5F4E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967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0" name="Freeform 87">
                <a:extLst>
                  <a:ext uri="{FF2B5EF4-FFF2-40B4-BE49-F238E27FC236}">
                    <a16:creationId xmlns:a16="http://schemas.microsoft.com/office/drawing/2014/main" id="{3C5B5F16-C650-8E1B-FE30-11D12EAFD27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967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1" name="Freeform 60">
                <a:extLst>
                  <a:ext uri="{FF2B5EF4-FFF2-40B4-BE49-F238E27FC236}">
                    <a16:creationId xmlns:a16="http://schemas.microsoft.com/office/drawing/2014/main" id="{7FA2D6D9-735B-B0CD-23CB-BF069E8BBD2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80988"/>
                <a:ext cx="319088" cy="1419225"/>
              </a:xfrm>
              <a:custGeom>
                <a:avLst/>
                <a:gdLst>
                  <a:gd name="T0" fmla="*/ 0 w 67"/>
                  <a:gd name="T1" fmla="*/ 0 h 298"/>
                  <a:gd name="T2" fmla="*/ 0 w 67"/>
                  <a:gd name="T3" fmla="*/ 298 h 298"/>
                  <a:gd name="T4" fmla="*/ 67 w 67"/>
                  <a:gd name="T5" fmla="*/ 149 h 298"/>
                  <a:gd name="T6" fmla="*/ 0 w 67"/>
                  <a:gd name="T7" fmla="*/ 0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0"/>
                    </a:moveTo>
                    <a:cubicBezTo>
                      <a:pt x="0" y="298"/>
                      <a:pt x="0" y="298"/>
                      <a:pt x="0" y="298"/>
                    </a:cubicBezTo>
                    <a:cubicBezTo>
                      <a:pt x="41" y="261"/>
                      <a:pt x="67" y="208"/>
                      <a:pt x="67" y="149"/>
                    </a:cubicBezTo>
                    <a:cubicBezTo>
                      <a:pt x="67" y="89"/>
                      <a:pt x="41" y="36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27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2" name="Freeform 59">
                <a:extLst>
                  <a:ext uri="{FF2B5EF4-FFF2-40B4-BE49-F238E27FC236}">
                    <a16:creationId xmlns:a16="http://schemas.microsoft.com/office/drawing/2014/main" id="{5CF4ED81-92EF-A8A2-8E45-14D33EA2DB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497013" y="280988"/>
                <a:ext cx="319088" cy="1419225"/>
              </a:xfrm>
              <a:custGeom>
                <a:avLst/>
                <a:gdLst>
                  <a:gd name="T0" fmla="*/ 0 w 67"/>
                  <a:gd name="T1" fmla="*/ 149 h 298"/>
                  <a:gd name="T2" fmla="*/ 67 w 67"/>
                  <a:gd name="T3" fmla="*/ 298 h 298"/>
                  <a:gd name="T4" fmla="*/ 67 w 67"/>
                  <a:gd name="T5" fmla="*/ 0 h 298"/>
                  <a:gd name="T6" fmla="*/ 0 w 67"/>
                  <a:gd name="T7" fmla="*/ 149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149"/>
                    </a:moveTo>
                    <a:cubicBezTo>
                      <a:pt x="0" y="208"/>
                      <a:pt x="26" y="261"/>
                      <a:pt x="67" y="298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26" y="36"/>
                      <a:pt x="0" y="89"/>
                      <a:pt x="0" y="149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3" name="Freeform 62">
                <a:extLst>
                  <a:ext uri="{FF2B5EF4-FFF2-40B4-BE49-F238E27FC236}">
                    <a16:creationId xmlns:a16="http://schemas.microsoft.com/office/drawing/2014/main" id="{E0C74BDD-6B2B-23BD-2C3B-0C7490FA6F4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1390651"/>
                <a:ext cx="1228725" cy="761999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  <p:sp>
            <p:nvSpPr>
              <p:cNvPr id="84" name="Freeform 65">
                <a:extLst>
                  <a:ext uri="{FF2B5EF4-FFF2-40B4-BE49-F238E27FC236}">
                    <a16:creationId xmlns:a16="http://schemas.microsoft.com/office/drawing/2014/main" id="{6357601B-0BAA-339E-27C6-0C0837D7623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1362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0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5" name="Freeform 79">
                <a:extLst>
                  <a:ext uri="{FF2B5EF4-FFF2-40B4-BE49-F238E27FC236}">
                    <a16:creationId xmlns:a16="http://schemas.microsoft.com/office/drawing/2014/main" id="{F6BA5D8E-E654-3206-4614-99B89A6C03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124075"/>
                <a:ext cx="1228725" cy="790575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6" name="Freeform 82">
                <a:extLst>
                  <a:ext uri="{FF2B5EF4-FFF2-40B4-BE49-F238E27FC236}">
                    <a16:creationId xmlns:a16="http://schemas.microsoft.com/office/drawing/2014/main" id="{B3731C93-0BF2-CE3A-B256-43055A5BD46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124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7" name="Freeform 85">
                <a:extLst>
                  <a:ext uri="{FF2B5EF4-FFF2-40B4-BE49-F238E27FC236}">
                    <a16:creationId xmlns:a16="http://schemas.microsoft.com/office/drawing/2014/main" id="{2BEE15D1-BC88-423B-FC78-6FDE5FEC3CB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886075"/>
                <a:ext cx="1228725" cy="790575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8" name="Freeform 88">
                <a:extLst>
                  <a:ext uri="{FF2B5EF4-FFF2-40B4-BE49-F238E27FC236}">
                    <a16:creationId xmlns:a16="http://schemas.microsoft.com/office/drawing/2014/main" id="{5828E758-7163-D5EE-8EA7-4B1CB7CD17C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886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B056DCCD-C6ED-CBEE-F8DF-088A0068EF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587376" y="280988"/>
                <a:ext cx="2457450" cy="3838575"/>
                <a:chOff x="587376" y="280988"/>
                <a:chExt cx="2457450" cy="3838575"/>
              </a:xfrm>
            </p:grpSpPr>
            <p:sp>
              <p:nvSpPr>
                <p:cNvPr id="90" name="Line 63">
                  <a:extLst>
                    <a:ext uri="{FF2B5EF4-FFF2-40B4-BE49-F238E27FC236}">
                      <a16:creationId xmlns:a16="http://schemas.microsoft.com/office/drawing/2014/main" id="{DE7CA0C2-0A86-D17F-C984-CFA266DA920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1443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1" name="Line 66">
                  <a:extLst>
                    <a:ext uri="{FF2B5EF4-FFF2-40B4-BE49-F238E27FC236}">
                      <a16:creationId xmlns:a16="http://schemas.microsoft.com/office/drawing/2014/main" id="{1FA8C076-E74F-8B74-A2A0-95E933D09B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1443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2" name="Line 67">
                  <a:extLst>
                    <a:ext uri="{FF2B5EF4-FFF2-40B4-BE49-F238E27FC236}">
                      <a16:creationId xmlns:a16="http://schemas.microsoft.com/office/drawing/2014/main" id="{B0C5BDCA-D568-F0AA-D8B4-C2C73014FE9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80988"/>
                  <a:ext cx="0" cy="3838575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3" name="Line 80">
                  <a:extLst>
                    <a:ext uri="{FF2B5EF4-FFF2-40B4-BE49-F238E27FC236}">
                      <a16:creationId xmlns:a16="http://schemas.microsoft.com/office/drawing/2014/main" id="{4B62288F-36E7-D8BD-4775-FD84EE19165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205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4" name="Line 83">
                  <a:extLst>
                    <a:ext uri="{FF2B5EF4-FFF2-40B4-BE49-F238E27FC236}">
                      <a16:creationId xmlns:a16="http://schemas.microsoft.com/office/drawing/2014/main" id="{CA02E88F-7475-4116-8160-4BFDAAB18BF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205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5" name="Line 86">
                  <a:extLst>
                    <a:ext uri="{FF2B5EF4-FFF2-40B4-BE49-F238E27FC236}">
                      <a16:creationId xmlns:a16="http://schemas.microsoft.com/office/drawing/2014/main" id="{66E1E30E-05B2-9FED-EAD6-12889FB1120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967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6" name="Line 89">
                  <a:extLst>
                    <a:ext uri="{FF2B5EF4-FFF2-40B4-BE49-F238E27FC236}">
                      <a16:creationId xmlns:a16="http://schemas.microsoft.com/office/drawing/2014/main" id="{0D495CD7-EB1B-1C6A-EE6A-B4BED9105FD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967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F32E7A67-7560-0A66-EF58-D4EF49F66D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3500000">
              <a:off x="480743" y="3311698"/>
              <a:ext cx="1785984" cy="2211229"/>
              <a:chOff x="3125006" y="3171595"/>
              <a:chExt cx="1785984" cy="2211229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94112EF2-5EDF-5500-453F-BDDBE335ABC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36819" y="3174345"/>
                <a:ext cx="1760933" cy="2208479"/>
                <a:chOff x="4749017" y="2998646"/>
                <a:chExt cx="1760933" cy="2208479"/>
              </a:xfrm>
            </p:grpSpPr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D7B479E2-94F1-1FA8-E170-0D3C24DF15E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flipH="1">
                  <a:off x="5630197" y="2998646"/>
                  <a:ext cx="0" cy="2208479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73687C86-CBA0-9807-B55E-30A64461397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rot="10800000" flipH="1">
                  <a:off x="4749017" y="4416771"/>
                  <a:ext cx="1760933" cy="0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3" name="Rectangle 30">
                  <a:extLst>
                    <a:ext uri="{FF2B5EF4-FFF2-40B4-BE49-F238E27FC236}">
                      <a16:creationId xmlns:a16="http://schemas.microsoft.com/office/drawing/2014/main" id="{A972CA12-7950-1554-1ED0-9EF251C68FF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136242" y="3224252"/>
                  <a:ext cx="987915" cy="987915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" name="Rectangle 30">
                  <a:extLst>
                    <a:ext uri="{FF2B5EF4-FFF2-40B4-BE49-F238E27FC236}">
                      <a16:creationId xmlns:a16="http://schemas.microsoft.com/office/drawing/2014/main" id="{632073D9-F6BD-38C1-CEDA-713BDFAFE42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327037" y="3070731"/>
                  <a:ext cx="606323" cy="606323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7C56BBCA-AAE3-15C7-8F0C-7BEC6F2ACC3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25006" y="3171595"/>
                <a:ext cx="1785984" cy="1799739"/>
                <a:chOff x="6879836" y="3516901"/>
                <a:chExt cx="1785984" cy="1799739"/>
              </a:xfrm>
            </p:grpSpPr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40F4C47A-551E-482E-4631-8B7227430B0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6879836" y="3521665"/>
                  <a:ext cx="892801" cy="1794975"/>
                </a:xfrm>
                <a:custGeom>
                  <a:avLst/>
                  <a:gdLst>
                    <a:gd name="connsiteX0" fmla="*/ 892801 w 892801"/>
                    <a:gd name="connsiteY0" fmla="*/ 0 h 1794975"/>
                    <a:gd name="connsiteX1" fmla="*/ 892801 w 892801"/>
                    <a:gd name="connsiteY1" fmla="*/ 1434622 h 1794975"/>
                    <a:gd name="connsiteX2" fmla="*/ 845919 w 892801"/>
                    <a:gd name="connsiteY2" fmla="*/ 1533379 h 1794975"/>
                    <a:gd name="connsiteX3" fmla="*/ 440820 w 892801"/>
                    <a:gd name="connsiteY3" fmla="*/ 1794916 h 1794975"/>
                    <a:gd name="connsiteX4" fmla="*/ 379878 w 892801"/>
                    <a:gd name="connsiteY4" fmla="*/ 1791253 h 1794975"/>
                    <a:gd name="connsiteX5" fmla="*/ 763083 w 892801"/>
                    <a:gd name="connsiteY5" fmla="*/ 100140 h 1794975"/>
                    <a:gd name="connsiteX6" fmla="*/ 892801 w 892801"/>
                    <a:gd name="connsiteY6" fmla="*/ 0 h 1794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92801" h="1794975">
                      <a:moveTo>
                        <a:pt x="892801" y="0"/>
                      </a:moveTo>
                      <a:lnTo>
                        <a:pt x="892801" y="1434622"/>
                      </a:lnTo>
                      <a:lnTo>
                        <a:pt x="845919" y="1533379"/>
                      </a:lnTo>
                      <a:cubicBezTo>
                        <a:pt x="735106" y="1711682"/>
                        <a:pt x="584368" y="1792418"/>
                        <a:pt x="440820" y="1794916"/>
                      </a:cubicBezTo>
                      <a:cubicBezTo>
                        <a:pt x="420314" y="1795273"/>
                        <a:pt x="399954" y="1794033"/>
                        <a:pt x="379878" y="1791253"/>
                      </a:cubicBezTo>
                      <a:cubicBezTo>
                        <a:pt x="-41718" y="1732871"/>
                        <a:pt x="-338017" y="995203"/>
                        <a:pt x="763083" y="100140"/>
                      </a:cubicBezTo>
                      <a:lnTo>
                        <a:pt x="89280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0" name="Freeform: Shape 69">
                  <a:extLst>
                    <a:ext uri="{FF2B5EF4-FFF2-40B4-BE49-F238E27FC236}">
                      <a16:creationId xmlns:a16="http://schemas.microsoft.com/office/drawing/2014/main" id="{8C3CB325-72D4-7624-6C11-ABE97580288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7772637" y="3516901"/>
                  <a:ext cx="893183" cy="1795123"/>
                </a:xfrm>
                <a:custGeom>
                  <a:avLst/>
                  <a:gdLst>
                    <a:gd name="connsiteX0" fmla="*/ 191 w 893183"/>
                    <a:gd name="connsiteY0" fmla="*/ 0 h 1795123"/>
                    <a:gd name="connsiteX1" fmla="*/ 130101 w 893183"/>
                    <a:gd name="connsiteY1" fmla="*/ 100288 h 1795123"/>
                    <a:gd name="connsiteX2" fmla="*/ 513306 w 893183"/>
                    <a:gd name="connsiteY2" fmla="*/ 1791401 h 1795123"/>
                    <a:gd name="connsiteX3" fmla="*/ 47265 w 893183"/>
                    <a:gd name="connsiteY3" fmla="*/ 1533527 h 1795123"/>
                    <a:gd name="connsiteX4" fmla="*/ 192 w 893183"/>
                    <a:gd name="connsiteY4" fmla="*/ 1434367 h 1795123"/>
                    <a:gd name="connsiteX5" fmla="*/ 192 w 893183"/>
                    <a:gd name="connsiteY5" fmla="*/ 1438981 h 1795123"/>
                    <a:gd name="connsiteX6" fmla="*/ 0 w 893183"/>
                    <a:gd name="connsiteY6" fmla="*/ 1439386 h 1795123"/>
                    <a:gd name="connsiteX7" fmla="*/ 0 w 893183"/>
                    <a:gd name="connsiteY7" fmla="*/ 4764 h 1795123"/>
                    <a:gd name="connsiteX8" fmla="*/ 191 w 893183"/>
                    <a:gd name="connsiteY8" fmla="*/ 4616 h 1795123"/>
                    <a:gd name="connsiteX9" fmla="*/ 191 w 893183"/>
                    <a:gd name="connsiteY9" fmla="*/ 0 h 1795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893183" h="1795123">
                      <a:moveTo>
                        <a:pt x="191" y="0"/>
                      </a:moveTo>
                      <a:lnTo>
                        <a:pt x="130101" y="100288"/>
                      </a:lnTo>
                      <a:cubicBezTo>
                        <a:pt x="1231201" y="995351"/>
                        <a:pt x="934902" y="1733019"/>
                        <a:pt x="513306" y="1791401"/>
                      </a:cubicBezTo>
                      <a:cubicBezTo>
                        <a:pt x="352699" y="1813642"/>
                        <a:pt x="173909" y="1737302"/>
                        <a:pt x="47265" y="1533527"/>
                      </a:cubicBezTo>
                      <a:lnTo>
                        <a:pt x="192" y="1434367"/>
                      </a:lnTo>
                      <a:lnTo>
                        <a:pt x="192" y="1438981"/>
                      </a:lnTo>
                      <a:lnTo>
                        <a:pt x="0" y="1439386"/>
                      </a:lnTo>
                      <a:lnTo>
                        <a:pt x="0" y="4764"/>
                      </a:lnTo>
                      <a:lnTo>
                        <a:pt x="191" y="4616"/>
                      </a:lnTo>
                      <a:lnTo>
                        <a:pt x="19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E9118895-6A23-B934-4271-8B734F7E76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0800000">
              <a:off x="555957" y="5230097"/>
              <a:ext cx="641183" cy="1069728"/>
              <a:chOff x="6484112" y="2967038"/>
              <a:chExt cx="641183" cy="1069728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C83D4C0F-8D3D-7E8E-9C97-5875BC5A05B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6808136" y="2967038"/>
                <a:ext cx="317159" cy="932400"/>
                <a:chOff x="6808136" y="2967038"/>
                <a:chExt cx="317159" cy="932400"/>
              </a:xfrm>
            </p:grpSpPr>
            <p:sp>
              <p:nvSpPr>
                <p:cNvPr id="64" name="Freeform 68">
                  <a:extLst>
                    <a:ext uri="{FF2B5EF4-FFF2-40B4-BE49-F238E27FC236}">
                      <a16:creationId xmlns:a16="http://schemas.microsoft.com/office/drawing/2014/main" id="{4CCE8648-1E99-169C-D420-82E5C65BB30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808136" y="2967038"/>
                  <a:ext cx="159772" cy="710627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65" name="Freeform 69">
                  <a:extLst>
                    <a:ext uri="{FF2B5EF4-FFF2-40B4-BE49-F238E27FC236}">
                      <a16:creationId xmlns:a16="http://schemas.microsoft.com/office/drawing/2014/main" id="{EBEC5A71-D3F3-048A-125F-DC719A6EAED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967908" y="2967038"/>
                  <a:ext cx="157387" cy="710627"/>
                </a:xfrm>
                <a:custGeom>
                  <a:avLst/>
                  <a:gdLst>
                    <a:gd name="T0" fmla="*/ 0 w 66"/>
                    <a:gd name="T1" fmla="*/ 0 h 298"/>
                    <a:gd name="T2" fmla="*/ 0 w 66"/>
                    <a:gd name="T3" fmla="*/ 298 h 298"/>
                    <a:gd name="T4" fmla="*/ 66 w 66"/>
                    <a:gd name="T5" fmla="*/ 149 h 298"/>
                    <a:gd name="T6" fmla="*/ 0 w 66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6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6" y="208"/>
                        <a:pt x="66" y="149"/>
                      </a:cubicBezTo>
                      <a:cubicBezTo>
                        <a:pt x="66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66" name="Line 70">
                  <a:extLst>
                    <a:ext uri="{FF2B5EF4-FFF2-40B4-BE49-F238E27FC236}">
                      <a16:creationId xmlns:a16="http://schemas.microsoft.com/office/drawing/2014/main" id="{1F6B0303-52BB-80A9-A2CB-513385910A5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967908" y="2967038"/>
                  <a:ext cx="0" cy="932400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4641F12D-9136-0D91-0BE3-A1C892F8E08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18900000" flipH="1">
                <a:off x="6484112" y="3104366"/>
                <a:ext cx="317159" cy="932400"/>
                <a:chOff x="6808136" y="2967038"/>
                <a:chExt cx="317159" cy="932400"/>
              </a:xfrm>
            </p:grpSpPr>
            <p:sp>
              <p:nvSpPr>
                <p:cNvPr id="61" name="Freeform 68">
                  <a:extLst>
                    <a:ext uri="{FF2B5EF4-FFF2-40B4-BE49-F238E27FC236}">
                      <a16:creationId xmlns:a16="http://schemas.microsoft.com/office/drawing/2014/main" id="{CC58B589-E845-5BC5-4E40-AE0A52F17D0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808136" y="2967038"/>
                  <a:ext cx="159772" cy="710627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62" name="Freeform 69">
                  <a:extLst>
                    <a:ext uri="{FF2B5EF4-FFF2-40B4-BE49-F238E27FC236}">
                      <a16:creationId xmlns:a16="http://schemas.microsoft.com/office/drawing/2014/main" id="{22C62DDB-5A7F-6C12-A045-2F9828F9611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967908" y="2967038"/>
                  <a:ext cx="157387" cy="710627"/>
                </a:xfrm>
                <a:custGeom>
                  <a:avLst/>
                  <a:gdLst>
                    <a:gd name="T0" fmla="*/ 0 w 66"/>
                    <a:gd name="T1" fmla="*/ 0 h 298"/>
                    <a:gd name="T2" fmla="*/ 0 w 66"/>
                    <a:gd name="T3" fmla="*/ 298 h 298"/>
                    <a:gd name="T4" fmla="*/ 66 w 66"/>
                    <a:gd name="T5" fmla="*/ 149 h 298"/>
                    <a:gd name="T6" fmla="*/ 0 w 66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6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6" y="208"/>
                        <a:pt x="66" y="149"/>
                      </a:cubicBezTo>
                      <a:cubicBezTo>
                        <a:pt x="66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63" name="Line 70">
                  <a:extLst>
                    <a:ext uri="{FF2B5EF4-FFF2-40B4-BE49-F238E27FC236}">
                      <a16:creationId xmlns:a16="http://schemas.microsoft.com/office/drawing/2014/main" id="{0775317F-FBC8-5509-AA7D-F0CDFC1369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967908" y="2967038"/>
                  <a:ext cx="0" cy="932400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</p:grpSp>
      <p:pic>
        <p:nvPicPr>
          <p:cNvPr id="4" name="Immagine 3">
            <a:extLst>
              <a:ext uri="{FF2B5EF4-FFF2-40B4-BE49-F238E27FC236}">
                <a16:creationId xmlns:a16="http://schemas.microsoft.com/office/drawing/2014/main" id="{9F8AD1E9-0651-F785-97E8-5F777000FC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930" b="9375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4433" y="172956"/>
            <a:ext cx="859971" cy="489228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52D1298E-1C45-2A5D-2271-FC5ACE8B2B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930" b="9375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2866" y="172956"/>
            <a:ext cx="859971" cy="489228"/>
          </a:xfrm>
          <a:prstGeom prst="rect">
            <a:avLst/>
          </a:prstGeom>
        </p:spPr>
      </p:pic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2BCE5844-D617-E5BA-E47A-BA25234BF20C}"/>
              </a:ext>
            </a:extLst>
          </p:cNvPr>
          <p:cNvSpPr txBox="1"/>
          <p:nvPr/>
        </p:nvSpPr>
        <p:spPr>
          <a:xfrm>
            <a:off x="1283889" y="357231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100" name="Segnaposto contenuto 6">
            <a:extLst>
              <a:ext uri="{FF2B5EF4-FFF2-40B4-BE49-F238E27FC236}">
                <a16:creationId xmlns:a16="http://schemas.microsoft.com/office/drawing/2014/main" id="{ECDDE314-1E0D-3455-95AC-6E06DDA58A28}"/>
              </a:ext>
            </a:extLst>
          </p:cNvPr>
          <p:cNvSpPr txBox="1">
            <a:spLocks/>
          </p:cNvSpPr>
          <p:nvPr/>
        </p:nvSpPr>
        <p:spPr>
          <a:xfrm>
            <a:off x="206584" y="731564"/>
            <a:ext cx="2693425" cy="48376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60000" indent="-3600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Clr>
                <a:schemeClr val="accent3"/>
              </a:buClr>
              <a:buFont typeface="Wingdings" panose="05000000000000000000" pitchFamily="2" charset="2"/>
              <a:buChar char=""/>
              <a:defRPr sz="2000" kern="1200" spc="50">
                <a:solidFill>
                  <a:schemeClr val="tx1">
                    <a:alpha val="6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60000" indent="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Tx/>
              <a:buNone/>
              <a:defRPr sz="2000" b="0" i="1" kern="1200" spc="50" baseline="0">
                <a:solidFill>
                  <a:schemeClr val="tx1">
                    <a:alpha val="6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080000" indent="-3600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chemeClr val="accent3"/>
              </a:buClr>
              <a:buFont typeface="Wingdings" panose="05000000000000000000" pitchFamily="2" charset="2"/>
              <a:buChar char=""/>
              <a:defRPr sz="2000" kern="1200" spc="50">
                <a:solidFill>
                  <a:schemeClr val="tx1">
                    <a:alpha val="6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80000" indent="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chemeClr val="accent3"/>
              </a:buClr>
              <a:buFontTx/>
              <a:buNone/>
              <a:defRPr sz="2000" b="0" i="1" kern="1200" spc="50" baseline="0">
                <a:solidFill>
                  <a:schemeClr val="tx1">
                    <a:alpha val="6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00000" indent="-3600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chemeClr val="accent3"/>
              </a:buClr>
              <a:buFont typeface="Wingdings" panose="05000000000000000000" pitchFamily="2" charset="2"/>
              <a:buChar char=""/>
              <a:defRPr sz="2000" kern="1200" spc="50">
                <a:solidFill>
                  <a:schemeClr val="tx1">
                    <a:alpha val="6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As a player, I want to encounter different types of monsters during exploration, so I can choose how to interact and evolve my character.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As a player, I want monsters to have different attack patterns so I have to change strategy.</a:t>
            </a:r>
          </a:p>
        </p:txBody>
      </p:sp>
      <p:sp>
        <p:nvSpPr>
          <p:cNvPr id="103" name="CasellaDiTesto 102">
            <a:extLst>
              <a:ext uri="{FF2B5EF4-FFF2-40B4-BE49-F238E27FC236}">
                <a16:creationId xmlns:a16="http://schemas.microsoft.com/office/drawing/2014/main" id="{8776279F-9FCB-DB06-FC89-A426A96DD648}"/>
              </a:ext>
            </a:extLst>
          </p:cNvPr>
          <p:cNvSpPr txBox="1"/>
          <p:nvPr/>
        </p:nvSpPr>
        <p:spPr>
          <a:xfrm>
            <a:off x="-256898" y="2297197"/>
            <a:ext cx="6094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en-US" dirty="0"/>
            </a:br>
            <a:endParaRPr lang="en-US" dirty="0"/>
          </a:p>
        </p:txBody>
      </p:sp>
      <p:pic>
        <p:nvPicPr>
          <p:cNvPr id="7" name="Segnaposto contenuto 6">
            <a:extLst>
              <a:ext uri="{FF2B5EF4-FFF2-40B4-BE49-F238E27FC236}">
                <a16:creationId xmlns:a16="http://schemas.microsoft.com/office/drawing/2014/main" id="{ED661C05-4EEE-D8E8-A4E9-697B6C6B6C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21243" y="685073"/>
            <a:ext cx="5888198" cy="4537213"/>
          </a:xfrm>
          <a:prstGeom prst="rect">
            <a:avLst/>
          </a:prstGeom>
        </p:spPr>
      </p:pic>
      <p:pic>
        <p:nvPicPr>
          <p:cNvPr id="52" name="Immagine 51">
            <a:extLst>
              <a:ext uri="{FF2B5EF4-FFF2-40B4-BE49-F238E27FC236}">
                <a16:creationId xmlns:a16="http://schemas.microsoft.com/office/drawing/2014/main" id="{7BC75915-4E6E-5D83-B1BF-495345D427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7345" y="5193104"/>
            <a:ext cx="5544541" cy="166285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8EB8A8EA-3EE4-0498-7EEE-29C17275F73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9141" y="3105290"/>
            <a:ext cx="2381250" cy="238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45784"/>
      </p:ext>
    </p:extLst>
  </p:cSld>
  <p:clrMapOvr>
    <a:masterClrMapping/>
  </p:clrMapOvr>
  <p:transition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E504C-72CA-7B39-F7BF-322FDE71C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A5154FD-74BF-56A5-E759-1C84B21854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0FFDB6-6272-1511-0FB5-59D78ED62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99766" y="716800"/>
            <a:ext cx="3838575" cy="5583025"/>
            <a:chOff x="199766" y="716800"/>
            <a:chExt cx="3838575" cy="5583025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BE1E0E8-6198-AA5B-FA8F-459156646C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2700000">
              <a:off x="890329" y="26237"/>
              <a:ext cx="2457450" cy="3838575"/>
              <a:chOff x="587376" y="280988"/>
              <a:chExt cx="2457450" cy="3838575"/>
            </a:xfrm>
          </p:grpSpPr>
          <p:sp>
            <p:nvSpPr>
              <p:cNvPr id="30" name="Freeform 64">
                <a:extLst>
                  <a:ext uri="{FF2B5EF4-FFF2-40B4-BE49-F238E27FC236}">
                    <a16:creationId xmlns:a16="http://schemas.microsoft.com/office/drawing/2014/main" id="{76CABBDB-0A25-9055-E1A3-23444BB9416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1443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1" name="Freeform 81">
                <a:extLst>
                  <a:ext uri="{FF2B5EF4-FFF2-40B4-BE49-F238E27FC236}">
                    <a16:creationId xmlns:a16="http://schemas.microsoft.com/office/drawing/2014/main" id="{C7DD088E-DFE6-48CF-E4C1-64DDDF8E662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205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2" name="Freeform 61">
                <a:extLst>
                  <a:ext uri="{FF2B5EF4-FFF2-40B4-BE49-F238E27FC236}">
                    <a16:creationId xmlns:a16="http://schemas.microsoft.com/office/drawing/2014/main" id="{B66948FE-7DC5-E8C2-FE84-CCBF6834811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1443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3" name="Freeform 78">
                <a:extLst>
                  <a:ext uri="{FF2B5EF4-FFF2-40B4-BE49-F238E27FC236}">
                    <a16:creationId xmlns:a16="http://schemas.microsoft.com/office/drawing/2014/main" id="{A473CFBB-AC55-5285-F15B-921160A1BB2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205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4" name="Freeform 84">
                <a:extLst>
                  <a:ext uri="{FF2B5EF4-FFF2-40B4-BE49-F238E27FC236}">
                    <a16:creationId xmlns:a16="http://schemas.microsoft.com/office/drawing/2014/main" id="{A8BDD1BB-F576-0B53-0385-7C713FA832A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967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5" name="Freeform 87">
                <a:extLst>
                  <a:ext uri="{FF2B5EF4-FFF2-40B4-BE49-F238E27FC236}">
                    <a16:creationId xmlns:a16="http://schemas.microsoft.com/office/drawing/2014/main" id="{C043C649-76A9-55F4-2318-632E4426D57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967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6" name="Freeform 60">
                <a:extLst>
                  <a:ext uri="{FF2B5EF4-FFF2-40B4-BE49-F238E27FC236}">
                    <a16:creationId xmlns:a16="http://schemas.microsoft.com/office/drawing/2014/main" id="{9DAAFFAC-1C96-58F9-B5D9-841293C00E5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80988"/>
                <a:ext cx="319088" cy="1419225"/>
              </a:xfrm>
              <a:custGeom>
                <a:avLst/>
                <a:gdLst>
                  <a:gd name="T0" fmla="*/ 0 w 67"/>
                  <a:gd name="T1" fmla="*/ 0 h 298"/>
                  <a:gd name="T2" fmla="*/ 0 w 67"/>
                  <a:gd name="T3" fmla="*/ 298 h 298"/>
                  <a:gd name="T4" fmla="*/ 67 w 67"/>
                  <a:gd name="T5" fmla="*/ 149 h 298"/>
                  <a:gd name="T6" fmla="*/ 0 w 67"/>
                  <a:gd name="T7" fmla="*/ 0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0"/>
                    </a:moveTo>
                    <a:cubicBezTo>
                      <a:pt x="0" y="298"/>
                      <a:pt x="0" y="298"/>
                      <a:pt x="0" y="298"/>
                    </a:cubicBezTo>
                    <a:cubicBezTo>
                      <a:pt x="41" y="261"/>
                      <a:pt x="67" y="208"/>
                      <a:pt x="67" y="149"/>
                    </a:cubicBezTo>
                    <a:cubicBezTo>
                      <a:pt x="67" y="89"/>
                      <a:pt x="41" y="36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27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7" name="Freeform 59">
                <a:extLst>
                  <a:ext uri="{FF2B5EF4-FFF2-40B4-BE49-F238E27FC236}">
                    <a16:creationId xmlns:a16="http://schemas.microsoft.com/office/drawing/2014/main" id="{1F30456E-1A99-5702-8E36-ABCBA9197F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497013" y="280988"/>
                <a:ext cx="319088" cy="1419225"/>
              </a:xfrm>
              <a:custGeom>
                <a:avLst/>
                <a:gdLst>
                  <a:gd name="T0" fmla="*/ 0 w 67"/>
                  <a:gd name="T1" fmla="*/ 149 h 298"/>
                  <a:gd name="T2" fmla="*/ 67 w 67"/>
                  <a:gd name="T3" fmla="*/ 298 h 298"/>
                  <a:gd name="T4" fmla="*/ 67 w 67"/>
                  <a:gd name="T5" fmla="*/ 0 h 298"/>
                  <a:gd name="T6" fmla="*/ 0 w 67"/>
                  <a:gd name="T7" fmla="*/ 149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149"/>
                    </a:moveTo>
                    <a:cubicBezTo>
                      <a:pt x="0" y="208"/>
                      <a:pt x="26" y="261"/>
                      <a:pt x="67" y="298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26" y="36"/>
                      <a:pt x="0" y="89"/>
                      <a:pt x="0" y="149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8" name="Freeform 62">
                <a:extLst>
                  <a:ext uri="{FF2B5EF4-FFF2-40B4-BE49-F238E27FC236}">
                    <a16:creationId xmlns:a16="http://schemas.microsoft.com/office/drawing/2014/main" id="{A67E2E76-AC65-9C1E-75CB-2D7000E3516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1390651"/>
                <a:ext cx="1228725" cy="761999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  <p:sp>
            <p:nvSpPr>
              <p:cNvPr id="39" name="Freeform 65">
                <a:extLst>
                  <a:ext uri="{FF2B5EF4-FFF2-40B4-BE49-F238E27FC236}">
                    <a16:creationId xmlns:a16="http://schemas.microsoft.com/office/drawing/2014/main" id="{E66D417B-324B-604B-C653-F6115BD7DE6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1362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0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40" name="Freeform 79">
                <a:extLst>
                  <a:ext uri="{FF2B5EF4-FFF2-40B4-BE49-F238E27FC236}">
                    <a16:creationId xmlns:a16="http://schemas.microsoft.com/office/drawing/2014/main" id="{8CFC9539-1D5F-0F3F-F911-AE6F46E6D88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124075"/>
                <a:ext cx="1228725" cy="790575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41" name="Freeform 82">
                <a:extLst>
                  <a:ext uri="{FF2B5EF4-FFF2-40B4-BE49-F238E27FC236}">
                    <a16:creationId xmlns:a16="http://schemas.microsoft.com/office/drawing/2014/main" id="{F53B5077-7EDE-5327-F94A-D880E5DF67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124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42" name="Freeform 85">
                <a:extLst>
                  <a:ext uri="{FF2B5EF4-FFF2-40B4-BE49-F238E27FC236}">
                    <a16:creationId xmlns:a16="http://schemas.microsoft.com/office/drawing/2014/main" id="{BA8C269A-1D3A-D989-B9A0-E725F98261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886075"/>
                <a:ext cx="1228725" cy="790575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43" name="Freeform 88">
                <a:extLst>
                  <a:ext uri="{FF2B5EF4-FFF2-40B4-BE49-F238E27FC236}">
                    <a16:creationId xmlns:a16="http://schemas.microsoft.com/office/drawing/2014/main" id="{6924D8EF-5648-5ECF-1D12-C7FEB19F59D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886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grpSp>
            <p:nvGrpSpPr>
              <p:cNvPr id="44" name="Group 43">
                <a:extLst>
                  <a:ext uri="{FF2B5EF4-FFF2-40B4-BE49-F238E27FC236}">
                    <a16:creationId xmlns:a16="http://schemas.microsoft.com/office/drawing/2014/main" id="{2B7FA0E3-C4C4-7A35-B3F4-1F86B57A210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587376" y="280988"/>
                <a:ext cx="2457450" cy="3838575"/>
                <a:chOff x="587376" y="280988"/>
                <a:chExt cx="2457450" cy="3838575"/>
              </a:xfrm>
            </p:grpSpPr>
            <p:sp>
              <p:nvSpPr>
                <p:cNvPr id="45" name="Line 63">
                  <a:extLst>
                    <a:ext uri="{FF2B5EF4-FFF2-40B4-BE49-F238E27FC236}">
                      <a16:creationId xmlns:a16="http://schemas.microsoft.com/office/drawing/2014/main" id="{E5FE12CE-22FC-222F-6709-056C077325D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1443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6" name="Line 66">
                  <a:extLst>
                    <a:ext uri="{FF2B5EF4-FFF2-40B4-BE49-F238E27FC236}">
                      <a16:creationId xmlns:a16="http://schemas.microsoft.com/office/drawing/2014/main" id="{05634A3A-AB75-84F9-CC60-E113602F02F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1443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7" name="Line 67">
                  <a:extLst>
                    <a:ext uri="{FF2B5EF4-FFF2-40B4-BE49-F238E27FC236}">
                      <a16:creationId xmlns:a16="http://schemas.microsoft.com/office/drawing/2014/main" id="{B84C1305-096E-C898-6CCF-EA658DF898A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80988"/>
                  <a:ext cx="0" cy="3838575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8" name="Line 80">
                  <a:extLst>
                    <a:ext uri="{FF2B5EF4-FFF2-40B4-BE49-F238E27FC236}">
                      <a16:creationId xmlns:a16="http://schemas.microsoft.com/office/drawing/2014/main" id="{376F05F8-D71A-6534-B199-DCF18189F8F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205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9" name="Line 83">
                  <a:extLst>
                    <a:ext uri="{FF2B5EF4-FFF2-40B4-BE49-F238E27FC236}">
                      <a16:creationId xmlns:a16="http://schemas.microsoft.com/office/drawing/2014/main" id="{BCBE28B4-C475-2F67-4D07-B3BDA8B95FD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205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50" name="Line 86">
                  <a:extLst>
                    <a:ext uri="{FF2B5EF4-FFF2-40B4-BE49-F238E27FC236}">
                      <a16:creationId xmlns:a16="http://schemas.microsoft.com/office/drawing/2014/main" id="{4431B1FE-7882-15C4-F251-C590BA21E4C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967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51" name="Line 89">
                  <a:extLst>
                    <a:ext uri="{FF2B5EF4-FFF2-40B4-BE49-F238E27FC236}">
                      <a16:creationId xmlns:a16="http://schemas.microsoft.com/office/drawing/2014/main" id="{EE5A9533-5B82-A424-4382-9E24D37B6EA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967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71AA52BD-0FCF-E87B-4AFA-FD2D83970C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3500000">
              <a:off x="480743" y="3311698"/>
              <a:ext cx="1785984" cy="2211229"/>
              <a:chOff x="3125006" y="3171595"/>
              <a:chExt cx="1785984" cy="2211229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2807A66C-7F52-C9F8-E4B7-6BFF2BC8AA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36819" y="3174345"/>
                <a:ext cx="1760933" cy="2208479"/>
                <a:chOff x="4749017" y="2998646"/>
                <a:chExt cx="1760933" cy="2208479"/>
              </a:xfrm>
            </p:grpSpPr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243837A9-C598-DBBF-800B-0BE3A19E817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flipH="1">
                  <a:off x="5630197" y="2998646"/>
                  <a:ext cx="0" cy="2208479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DD1B2408-4EC5-C91C-29FA-70CE2EA8CDB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rot="10800000" flipH="1">
                  <a:off x="4749017" y="4416771"/>
                  <a:ext cx="1760933" cy="0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" name="Rectangle 30">
                  <a:extLst>
                    <a:ext uri="{FF2B5EF4-FFF2-40B4-BE49-F238E27FC236}">
                      <a16:creationId xmlns:a16="http://schemas.microsoft.com/office/drawing/2014/main" id="{228A45ED-7139-29E2-C38A-6D9205B01FE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136242" y="3224252"/>
                  <a:ext cx="987915" cy="987915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" name="Rectangle 30">
                  <a:extLst>
                    <a:ext uri="{FF2B5EF4-FFF2-40B4-BE49-F238E27FC236}">
                      <a16:creationId xmlns:a16="http://schemas.microsoft.com/office/drawing/2014/main" id="{6AE4CB6D-4E80-5553-3AE4-EC8EF4FE778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327037" y="3070731"/>
                  <a:ext cx="606323" cy="606323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F295B305-73D9-9DD5-2E2E-C839B1E04FB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25006" y="3171595"/>
                <a:ext cx="1785984" cy="1799739"/>
                <a:chOff x="6879836" y="3516901"/>
                <a:chExt cx="1785984" cy="1799739"/>
              </a:xfrm>
            </p:grpSpPr>
            <p:sp>
              <p:nvSpPr>
                <p:cNvPr id="24" name="Freeform: Shape 23">
                  <a:extLst>
                    <a:ext uri="{FF2B5EF4-FFF2-40B4-BE49-F238E27FC236}">
                      <a16:creationId xmlns:a16="http://schemas.microsoft.com/office/drawing/2014/main" id="{4D5474A0-823D-56BB-BBC1-3806C2B80D7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6879836" y="3521665"/>
                  <a:ext cx="892801" cy="1794975"/>
                </a:xfrm>
                <a:custGeom>
                  <a:avLst/>
                  <a:gdLst>
                    <a:gd name="connsiteX0" fmla="*/ 892801 w 892801"/>
                    <a:gd name="connsiteY0" fmla="*/ 0 h 1794975"/>
                    <a:gd name="connsiteX1" fmla="*/ 892801 w 892801"/>
                    <a:gd name="connsiteY1" fmla="*/ 1434622 h 1794975"/>
                    <a:gd name="connsiteX2" fmla="*/ 845919 w 892801"/>
                    <a:gd name="connsiteY2" fmla="*/ 1533379 h 1794975"/>
                    <a:gd name="connsiteX3" fmla="*/ 440820 w 892801"/>
                    <a:gd name="connsiteY3" fmla="*/ 1794916 h 1794975"/>
                    <a:gd name="connsiteX4" fmla="*/ 379878 w 892801"/>
                    <a:gd name="connsiteY4" fmla="*/ 1791253 h 1794975"/>
                    <a:gd name="connsiteX5" fmla="*/ 763083 w 892801"/>
                    <a:gd name="connsiteY5" fmla="*/ 100140 h 1794975"/>
                    <a:gd name="connsiteX6" fmla="*/ 892801 w 892801"/>
                    <a:gd name="connsiteY6" fmla="*/ 0 h 1794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92801" h="1794975">
                      <a:moveTo>
                        <a:pt x="892801" y="0"/>
                      </a:moveTo>
                      <a:lnTo>
                        <a:pt x="892801" y="1434622"/>
                      </a:lnTo>
                      <a:lnTo>
                        <a:pt x="845919" y="1533379"/>
                      </a:lnTo>
                      <a:cubicBezTo>
                        <a:pt x="735106" y="1711682"/>
                        <a:pt x="584368" y="1792418"/>
                        <a:pt x="440820" y="1794916"/>
                      </a:cubicBezTo>
                      <a:cubicBezTo>
                        <a:pt x="420314" y="1795273"/>
                        <a:pt x="399954" y="1794033"/>
                        <a:pt x="379878" y="1791253"/>
                      </a:cubicBezTo>
                      <a:cubicBezTo>
                        <a:pt x="-41718" y="1732871"/>
                        <a:pt x="-338017" y="995203"/>
                        <a:pt x="763083" y="100140"/>
                      </a:cubicBezTo>
                      <a:lnTo>
                        <a:pt x="89280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" name="Freeform: Shape 24">
                  <a:extLst>
                    <a:ext uri="{FF2B5EF4-FFF2-40B4-BE49-F238E27FC236}">
                      <a16:creationId xmlns:a16="http://schemas.microsoft.com/office/drawing/2014/main" id="{BFAAAE6E-F891-BE9E-F017-8E5F3DF0E34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7772637" y="3516901"/>
                  <a:ext cx="893183" cy="1795123"/>
                </a:xfrm>
                <a:custGeom>
                  <a:avLst/>
                  <a:gdLst>
                    <a:gd name="connsiteX0" fmla="*/ 191 w 893183"/>
                    <a:gd name="connsiteY0" fmla="*/ 0 h 1795123"/>
                    <a:gd name="connsiteX1" fmla="*/ 130101 w 893183"/>
                    <a:gd name="connsiteY1" fmla="*/ 100288 h 1795123"/>
                    <a:gd name="connsiteX2" fmla="*/ 513306 w 893183"/>
                    <a:gd name="connsiteY2" fmla="*/ 1791401 h 1795123"/>
                    <a:gd name="connsiteX3" fmla="*/ 47265 w 893183"/>
                    <a:gd name="connsiteY3" fmla="*/ 1533527 h 1795123"/>
                    <a:gd name="connsiteX4" fmla="*/ 192 w 893183"/>
                    <a:gd name="connsiteY4" fmla="*/ 1434367 h 1795123"/>
                    <a:gd name="connsiteX5" fmla="*/ 192 w 893183"/>
                    <a:gd name="connsiteY5" fmla="*/ 1438981 h 1795123"/>
                    <a:gd name="connsiteX6" fmla="*/ 0 w 893183"/>
                    <a:gd name="connsiteY6" fmla="*/ 1439386 h 1795123"/>
                    <a:gd name="connsiteX7" fmla="*/ 0 w 893183"/>
                    <a:gd name="connsiteY7" fmla="*/ 4764 h 1795123"/>
                    <a:gd name="connsiteX8" fmla="*/ 191 w 893183"/>
                    <a:gd name="connsiteY8" fmla="*/ 4616 h 1795123"/>
                    <a:gd name="connsiteX9" fmla="*/ 191 w 893183"/>
                    <a:gd name="connsiteY9" fmla="*/ 0 h 1795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893183" h="1795123">
                      <a:moveTo>
                        <a:pt x="191" y="0"/>
                      </a:moveTo>
                      <a:lnTo>
                        <a:pt x="130101" y="100288"/>
                      </a:lnTo>
                      <a:cubicBezTo>
                        <a:pt x="1231201" y="995351"/>
                        <a:pt x="934902" y="1733019"/>
                        <a:pt x="513306" y="1791401"/>
                      </a:cubicBezTo>
                      <a:cubicBezTo>
                        <a:pt x="352699" y="1813642"/>
                        <a:pt x="173909" y="1737302"/>
                        <a:pt x="47265" y="1533527"/>
                      </a:cubicBezTo>
                      <a:lnTo>
                        <a:pt x="192" y="1434367"/>
                      </a:lnTo>
                      <a:lnTo>
                        <a:pt x="192" y="1438981"/>
                      </a:lnTo>
                      <a:lnTo>
                        <a:pt x="0" y="1439386"/>
                      </a:lnTo>
                      <a:lnTo>
                        <a:pt x="0" y="4764"/>
                      </a:lnTo>
                      <a:lnTo>
                        <a:pt x="191" y="4616"/>
                      </a:lnTo>
                      <a:lnTo>
                        <a:pt x="19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805B8DD-347F-42F6-8857-443C4902AF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0800000">
              <a:off x="555957" y="5230097"/>
              <a:ext cx="641183" cy="1069728"/>
              <a:chOff x="6484112" y="2967038"/>
              <a:chExt cx="641183" cy="1069728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471B0CF4-1312-409D-85FD-6D7B420D1F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6808136" y="2967038"/>
                <a:ext cx="317159" cy="932400"/>
                <a:chOff x="6808136" y="2967038"/>
                <a:chExt cx="317159" cy="932400"/>
              </a:xfrm>
            </p:grpSpPr>
            <p:sp>
              <p:nvSpPr>
                <p:cNvPr id="19" name="Freeform 68">
                  <a:extLst>
                    <a:ext uri="{FF2B5EF4-FFF2-40B4-BE49-F238E27FC236}">
                      <a16:creationId xmlns:a16="http://schemas.microsoft.com/office/drawing/2014/main" id="{D8B2858C-8E58-71EB-7F05-B35503F3527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808136" y="2967038"/>
                  <a:ext cx="159772" cy="710627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0" name="Freeform 69">
                  <a:extLst>
                    <a:ext uri="{FF2B5EF4-FFF2-40B4-BE49-F238E27FC236}">
                      <a16:creationId xmlns:a16="http://schemas.microsoft.com/office/drawing/2014/main" id="{AC4423D7-99FC-C468-2016-538A8D30949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967908" y="2967038"/>
                  <a:ext cx="157387" cy="710627"/>
                </a:xfrm>
                <a:custGeom>
                  <a:avLst/>
                  <a:gdLst>
                    <a:gd name="T0" fmla="*/ 0 w 66"/>
                    <a:gd name="T1" fmla="*/ 0 h 298"/>
                    <a:gd name="T2" fmla="*/ 0 w 66"/>
                    <a:gd name="T3" fmla="*/ 298 h 298"/>
                    <a:gd name="T4" fmla="*/ 66 w 66"/>
                    <a:gd name="T5" fmla="*/ 149 h 298"/>
                    <a:gd name="T6" fmla="*/ 0 w 66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6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6" y="208"/>
                        <a:pt x="66" y="149"/>
                      </a:cubicBezTo>
                      <a:cubicBezTo>
                        <a:pt x="66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1" name="Line 70">
                  <a:extLst>
                    <a:ext uri="{FF2B5EF4-FFF2-40B4-BE49-F238E27FC236}">
                      <a16:creationId xmlns:a16="http://schemas.microsoft.com/office/drawing/2014/main" id="{6292AB5C-18C3-1B89-7FA8-F1D077B5304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967908" y="2967038"/>
                  <a:ext cx="0" cy="932400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8401BD06-1600-88D6-5AA7-7306C0796A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18900000" flipH="1">
                <a:off x="6484112" y="3104366"/>
                <a:ext cx="317159" cy="932400"/>
                <a:chOff x="6808136" y="2967038"/>
                <a:chExt cx="317159" cy="932400"/>
              </a:xfrm>
            </p:grpSpPr>
            <p:sp>
              <p:nvSpPr>
                <p:cNvPr id="16" name="Freeform 68">
                  <a:extLst>
                    <a:ext uri="{FF2B5EF4-FFF2-40B4-BE49-F238E27FC236}">
                      <a16:creationId xmlns:a16="http://schemas.microsoft.com/office/drawing/2014/main" id="{27017C30-E9C5-D44C-A094-859E0EC8F35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808136" y="2967038"/>
                  <a:ext cx="159772" cy="710627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17" name="Freeform 69">
                  <a:extLst>
                    <a:ext uri="{FF2B5EF4-FFF2-40B4-BE49-F238E27FC236}">
                      <a16:creationId xmlns:a16="http://schemas.microsoft.com/office/drawing/2014/main" id="{740014FE-D0A8-7D6A-BC8D-5F194064752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967908" y="2967038"/>
                  <a:ext cx="157387" cy="710627"/>
                </a:xfrm>
                <a:custGeom>
                  <a:avLst/>
                  <a:gdLst>
                    <a:gd name="T0" fmla="*/ 0 w 66"/>
                    <a:gd name="T1" fmla="*/ 0 h 298"/>
                    <a:gd name="T2" fmla="*/ 0 w 66"/>
                    <a:gd name="T3" fmla="*/ 298 h 298"/>
                    <a:gd name="T4" fmla="*/ 66 w 66"/>
                    <a:gd name="T5" fmla="*/ 149 h 298"/>
                    <a:gd name="T6" fmla="*/ 0 w 66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6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6" y="208"/>
                        <a:pt x="66" y="149"/>
                      </a:cubicBezTo>
                      <a:cubicBezTo>
                        <a:pt x="66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18" name="Line 70">
                  <a:extLst>
                    <a:ext uri="{FF2B5EF4-FFF2-40B4-BE49-F238E27FC236}">
                      <a16:creationId xmlns:a16="http://schemas.microsoft.com/office/drawing/2014/main" id="{3A574672-D7B9-14F6-2CF9-93AAFF60FBC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967908" y="2967038"/>
                  <a:ext cx="0" cy="932400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</p:grp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EE55735-BA19-8DBB-3B2E-19FD5388B5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826000" y="2428148"/>
            <a:ext cx="5400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" name="Group 54">
            <a:extLst>
              <a:ext uri="{FF2B5EF4-FFF2-40B4-BE49-F238E27FC236}">
                <a16:creationId xmlns:a16="http://schemas.microsoft.com/office/drawing/2014/main" id="{7F6E45A5-4E58-21D6-E574-6295FA98A2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153659" y="716800"/>
            <a:ext cx="3838575" cy="5583025"/>
            <a:chOff x="199766" y="716800"/>
            <a:chExt cx="3838575" cy="5583025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36AEC27F-D589-FE35-F71B-C63D4DB03A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2700000">
              <a:off x="890329" y="26237"/>
              <a:ext cx="2457450" cy="3838575"/>
              <a:chOff x="587376" y="280988"/>
              <a:chExt cx="2457450" cy="3838575"/>
            </a:xfrm>
          </p:grpSpPr>
          <p:sp>
            <p:nvSpPr>
              <p:cNvPr id="75" name="Freeform 64">
                <a:extLst>
                  <a:ext uri="{FF2B5EF4-FFF2-40B4-BE49-F238E27FC236}">
                    <a16:creationId xmlns:a16="http://schemas.microsoft.com/office/drawing/2014/main" id="{ADC71838-F04F-9185-72C4-D686F503243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1443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6" name="Freeform 81">
                <a:extLst>
                  <a:ext uri="{FF2B5EF4-FFF2-40B4-BE49-F238E27FC236}">
                    <a16:creationId xmlns:a16="http://schemas.microsoft.com/office/drawing/2014/main" id="{2D9C82FA-DED9-59B7-A8F6-2A388EB6598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205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7" name="Freeform 61">
                <a:extLst>
                  <a:ext uri="{FF2B5EF4-FFF2-40B4-BE49-F238E27FC236}">
                    <a16:creationId xmlns:a16="http://schemas.microsoft.com/office/drawing/2014/main" id="{E37D8E3B-46A8-BDF5-0A2A-51241ACBEEA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1443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8" name="Freeform 78">
                <a:extLst>
                  <a:ext uri="{FF2B5EF4-FFF2-40B4-BE49-F238E27FC236}">
                    <a16:creationId xmlns:a16="http://schemas.microsoft.com/office/drawing/2014/main" id="{27251D69-D8BA-0DF4-3DF4-CCD42FFDECE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205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9" name="Freeform 84">
                <a:extLst>
                  <a:ext uri="{FF2B5EF4-FFF2-40B4-BE49-F238E27FC236}">
                    <a16:creationId xmlns:a16="http://schemas.microsoft.com/office/drawing/2014/main" id="{F28DA563-BE07-76CB-C548-90DF42F88B1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967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0" name="Freeform 87">
                <a:extLst>
                  <a:ext uri="{FF2B5EF4-FFF2-40B4-BE49-F238E27FC236}">
                    <a16:creationId xmlns:a16="http://schemas.microsoft.com/office/drawing/2014/main" id="{4CC397B4-B73B-840F-B2AC-3977CDA1D8A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967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1" name="Freeform 60">
                <a:extLst>
                  <a:ext uri="{FF2B5EF4-FFF2-40B4-BE49-F238E27FC236}">
                    <a16:creationId xmlns:a16="http://schemas.microsoft.com/office/drawing/2014/main" id="{5A2172D1-3655-59D6-489A-C8B20C50F73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80988"/>
                <a:ext cx="319088" cy="1419225"/>
              </a:xfrm>
              <a:custGeom>
                <a:avLst/>
                <a:gdLst>
                  <a:gd name="T0" fmla="*/ 0 w 67"/>
                  <a:gd name="T1" fmla="*/ 0 h 298"/>
                  <a:gd name="T2" fmla="*/ 0 w 67"/>
                  <a:gd name="T3" fmla="*/ 298 h 298"/>
                  <a:gd name="T4" fmla="*/ 67 w 67"/>
                  <a:gd name="T5" fmla="*/ 149 h 298"/>
                  <a:gd name="T6" fmla="*/ 0 w 67"/>
                  <a:gd name="T7" fmla="*/ 0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0"/>
                    </a:moveTo>
                    <a:cubicBezTo>
                      <a:pt x="0" y="298"/>
                      <a:pt x="0" y="298"/>
                      <a:pt x="0" y="298"/>
                    </a:cubicBezTo>
                    <a:cubicBezTo>
                      <a:pt x="41" y="261"/>
                      <a:pt x="67" y="208"/>
                      <a:pt x="67" y="149"/>
                    </a:cubicBezTo>
                    <a:cubicBezTo>
                      <a:pt x="67" y="89"/>
                      <a:pt x="41" y="36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27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2" name="Freeform 59">
                <a:extLst>
                  <a:ext uri="{FF2B5EF4-FFF2-40B4-BE49-F238E27FC236}">
                    <a16:creationId xmlns:a16="http://schemas.microsoft.com/office/drawing/2014/main" id="{1976A532-E9FF-4BA8-31D0-1E9F1225895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497013" y="280988"/>
                <a:ext cx="319088" cy="1419225"/>
              </a:xfrm>
              <a:custGeom>
                <a:avLst/>
                <a:gdLst>
                  <a:gd name="T0" fmla="*/ 0 w 67"/>
                  <a:gd name="T1" fmla="*/ 149 h 298"/>
                  <a:gd name="T2" fmla="*/ 67 w 67"/>
                  <a:gd name="T3" fmla="*/ 298 h 298"/>
                  <a:gd name="T4" fmla="*/ 67 w 67"/>
                  <a:gd name="T5" fmla="*/ 0 h 298"/>
                  <a:gd name="T6" fmla="*/ 0 w 67"/>
                  <a:gd name="T7" fmla="*/ 149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149"/>
                    </a:moveTo>
                    <a:cubicBezTo>
                      <a:pt x="0" y="208"/>
                      <a:pt x="26" y="261"/>
                      <a:pt x="67" y="298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26" y="36"/>
                      <a:pt x="0" y="89"/>
                      <a:pt x="0" y="149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3" name="Freeform 62">
                <a:extLst>
                  <a:ext uri="{FF2B5EF4-FFF2-40B4-BE49-F238E27FC236}">
                    <a16:creationId xmlns:a16="http://schemas.microsoft.com/office/drawing/2014/main" id="{4994ABF3-33CF-27D5-9946-AF973BC1074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1390651"/>
                <a:ext cx="1228725" cy="761999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  <p:sp>
            <p:nvSpPr>
              <p:cNvPr id="84" name="Freeform 65">
                <a:extLst>
                  <a:ext uri="{FF2B5EF4-FFF2-40B4-BE49-F238E27FC236}">
                    <a16:creationId xmlns:a16="http://schemas.microsoft.com/office/drawing/2014/main" id="{F4D3F459-8EC8-52ED-07ED-64CAEA9140C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1362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0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5" name="Freeform 79">
                <a:extLst>
                  <a:ext uri="{FF2B5EF4-FFF2-40B4-BE49-F238E27FC236}">
                    <a16:creationId xmlns:a16="http://schemas.microsoft.com/office/drawing/2014/main" id="{888C55E1-9679-9313-D0C6-D987C2B35BB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124075"/>
                <a:ext cx="1228725" cy="790575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6" name="Freeform 82">
                <a:extLst>
                  <a:ext uri="{FF2B5EF4-FFF2-40B4-BE49-F238E27FC236}">
                    <a16:creationId xmlns:a16="http://schemas.microsoft.com/office/drawing/2014/main" id="{49A5C845-6246-4A5A-4F9C-523967493A2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124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7" name="Freeform 85">
                <a:extLst>
                  <a:ext uri="{FF2B5EF4-FFF2-40B4-BE49-F238E27FC236}">
                    <a16:creationId xmlns:a16="http://schemas.microsoft.com/office/drawing/2014/main" id="{AE2D8647-8C9C-E703-5202-901B796681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886075"/>
                <a:ext cx="1228725" cy="790575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8" name="Freeform 88">
                <a:extLst>
                  <a:ext uri="{FF2B5EF4-FFF2-40B4-BE49-F238E27FC236}">
                    <a16:creationId xmlns:a16="http://schemas.microsoft.com/office/drawing/2014/main" id="{BB3A10CA-9A78-A66C-3F45-40D3E667973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886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B50E0DD0-5212-EA2D-60C8-0ADD1A09485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587376" y="280988"/>
                <a:ext cx="2457450" cy="3838575"/>
                <a:chOff x="587376" y="280988"/>
                <a:chExt cx="2457450" cy="3838575"/>
              </a:xfrm>
            </p:grpSpPr>
            <p:sp>
              <p:nvSpPr>
                <p:cNvPr id="90" name="Line 63">
                  <a:extLst>
                    <a:ext uri="{FF2B5EF4-FFF2-40B4-BE49-F238E27FC236}">
                      <a16:creationId xmlns:a16="http://schemas.microsoft.com/office/drawing/2014/main" id="{2F7E312C-C050-205F-B8D2-E7BEC5C635E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1443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1" name="Line 66">
                  <a:extLst>
                    <a:ext uri="{FF2B5EF4-FFF2-40B4-BE49-F238E27FC236}">
                      <a16:creationId xmlns:a16="http://schemas.microsoft.com/office/drawing/2014/main" id="{E7EDDA61-7EA0-CD73-0A42-C355A6D57C9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1443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2" name="Line 67">
                  <a:extLst>
                    <a:ext uri="{FF2B5EF4-FFF2-40B4-BE49-F238E27FC236}">
                      <a16:creationId xmlns:a16="http://schemas.microsoft.com/office/drawing/2014/main" id="{E1DDF14E-9E40-BEC1-89D3-AB8345E398A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80988"/>
                  <a:ext cx="0" cy="3838575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3" name="Line 80">
                  <a:extLst>
                    <a:ext uri="{FF2B5EF4-FFF2-40B4-BE49-F238E27FC236}">
                      <a16:creationId xmlns:a16="http://schemas.microsoft.com/office/drawing/2014/main" id="{11930B6C-9AF6-97F3-3564-B94532437F5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205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4" name="Line 83">
                  <a:extLst>
                    <a:ext uri="{FF2B5EF4-FFF2-40B4-BE49-F238E27FC236}">
                      <a16:creationId xmlns:a16="http://schemas.microsoft.com/office/drawing/2014/main" id="{55437C17-DCFD-5874-B667-8FE4CDC5506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205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5" name="Line 86">
                  <a:extLst>
                    <a:ext uri="{FF2B5EF4-FFF2-40B4-BE49-F238E27FC236}">
                      <a16:creationId xmlns:a16="http://schemas.microsoft.com/office/drawing/2014/main" id="{6D1DB925-732B-E11F-D51A-C0BEDD07152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967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6" name="Line 89">
                  <a:extLst>
                    <a:ext uri="{FF2B5EF4-FFF2-40B4-BE49-F238E27FC236}">
                      <a16:creationId xmlns:a16="http://schemas.microsoft.com/office/drawing/2014/main" id="{942A396E-20FB-A681-441E-A81571BB411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967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0C7A38CE-A3D8-B08F-7F1F-978EA2C437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3500000">
              <a:off x="480743" y="3311698"/>
              <a:ext cx="1785984" cy="2211229"/>
              <a:chOff x="3125006" y="3171595"/>
              <a:chExt cx="1785984" cy="2211229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96913F72-F3ED-E919-BD2B-0B9DBF9F25B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36819" y="3174345"/>
                <a:ext cx="1760933" cy="2208479"/>
                <a:chOff x="4749017" y="2998646"/>
                <a:chExt cx="1760933" cy="2208479"/>
              </a:xfrm>
            </p:grpSpPr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3160DAA5-E5A9-B121-8B3F-E8FE0D4BAEA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flipH="1">
                  <a:off x="5630197" y="2998646"/>
                  <a:ext cx="0" cy="2208479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1150547C-7370-9430-E8FA-01080BB739F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rot="10800000" flipH="1">
                  <a:off x="4749017" y="4416771"/>
                  <a:ext cx="1760933" cy="0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3" name="Rectangle 30">
                  <a:extLst>
                    <a:ext uri="{FF2B5EF4-FFF2-40B4-BE49-F238E27FC236}">
                      <a16:creationId xmlns:a16="http://schemas.microsoft.com/office/drawing/2014/main" id="{21BF785F-D0F0-6AE5-FBB1-37890ADCC4B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136242" y="3224252"/>
                  <a:ext cx="987915" cy="987915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" name="Rectangle 30">
                  <a:extLst>
                    <a:ext uri="{FF2B5EF4-FFF2-40B4-BE49-F238E27FC236}">
                      <a16:creationId xmlns:a16="http://schemas.microsoft.com/office/drawing/2014/main" id="{AFE0AEDC-4256-A0E3-6821-BCD883D7C23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327037" y="3070731"/>
                  <a:ext cx="606323" cy="606323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C2A3D093-82AF-746E-57EA-AC54B61748D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25006" y="3171595"/>
                <a:ext cx="1785984" cy="1799739"/>
                <a:chOff x="6879836" y="3516901"/>
                <a:chExt cx="1785984" cy="1799739"/>
              </a:xfrm>
            </p:grpSpPr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7FC79E69-C881-CCC9-4CFD-A63DFC0D302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6879836" y="3521665"/>
                  <a:ext cx="892801" cy="1794975"/>
                </a:xfrm>
                <a:custGeom>
                  <a:avLst/>
                  <a:gdLst>
                    <a:gd name="connsiteX0" fmla="*/ 892801 w 892801"/>
                    <a:gd name="connsiteY0" fmla="*/ 0 h 1794975"/>
                    <a:gd name="connsiteX1" fmla="*/ 892801 w 892801"/>
                    <a:gd name="connsiteY1" fmla="*/ 1434622 h 1794975"/>
                    <a:gd name="connsiteX2" fmla="*/ 845919 w 892801"/>
                    <a:gd name="connsiteY2" fmla="*/ 1533379 h 1794975"/>
                    <a:gd name="connsiteX3" fmla="*/ 440820 w 892801"/>
                    <a:gd name="connsiteY3" fmla="*/ 1794916 h 1794975"/>
                    <a:gd name="connsiteX4" fmla="*/ 379878 w 892801"/>
                    <a:gd name="connsiteY4" fmla="*/ 1791253 h 1794975"/>
                    <a:gd name="connsiteX5" fmla="*/ 763083 w 892801"/>
                    <a:gd name="connsiteY5" fmla="*/ 100140 h 1794975"/>
                    <a:gd name="connsiteX6" fmla="*/ 892801 w 892801"/>
                    <a:gd name="connsiteY6" fmla="*/ 0 h 1794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92801" h="1794975">
                      <a:moveTo>
                        <a:pt x="892801" y="0"/>
                      </a:moveTo>
                      <a:lnTo>
                        <a:pt x="892801" y="1434622"/>
                      </a:lnTo>
                      <a:lnTo>
                        <a:pt x="845919" y="1533379"/>
                      </a:lnTo>
                      <a:cubicBezTo>
                        <a:pt x="735106" y="1711682"/>
                        <a:pt x="584368" y="1792418"/>
                        <a:pt x="440820" y="1794916"/>
                      </a:cubicBezTo>
                      <a:cubicBezTo>
                        <a:pt x="420314" y="1795273"/>
                        <a:pt x="399954" y="1794033"/>
                        <a:pt x="379878" y="1791253"/>
                      </a:cubicBezTo>
                      <a:cubicBezTo>
                        <a:pt x="-41718" y="1732871"/>
                        <a:pt x="-338017" y="995203"/>
                        <a:pt x="763083" y="100140"/>
                      </a:cubicBezTo>
                      <a:lnTo>
                        <a:pt x="89280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0" name="Freeform: Shape 69">
                  <a:extLst>
                    <a:ext uri="{FF2B5EF4-FFF2-40B4-BE49-F238E27FC236}">
                      <a16:creationId xmlns:a16="http://schemas.microsoft.com/office/drawing/2014/main" id="{3069E439-BB1B-B9CD-EEE4-5932B1E8B33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7772637" y="3516901"/>
                  <a:ext cx="893183" cy="1795123"/>
                </a:xfrm>
                <a:custGeom>
                  <a:avLst/>
                  <a:gdLst>
                    <a:gd name="connsiteX0" fmla="*/ 191 w 893183"/>
                    <a:gd name="connsiteY0" fmla="*/ 0 h 1795123"/>
                    <a:gd name="connsiteX1" fmla="*/ 130101 w 893183"/>
                    <a:gd name="connsiteY1" fmla="*/ 100288 h 1795123"/>
                    <a:gd name="connsiteX2" fmla="*/ 513306 w 893183"/>
                    <a:gd name="connsiteY2" fmla="*/ 1791401 h 1795123"/>
                    <a:gd name="connsiteX3" fmla="*/ 47265 w 893183"/>
                    <a:gd name="connsiteY3" fmla="*/ 1533527 h 1795123"/>
                    <a:gd name="connsiteX4" fmla="*/ 192 w 893183"/>
                    <a:gd name="connsiteY4" fmla="*/ 1434367 h 1795123"/>
                    <a:gd name="connsiteX5" fmla="*/ 192 w 893183"/>
                    <a:gd name="connsiteY5" fmla="*/ 1438981 h 1795123"/>
                    <a:gd name="connsiteX6" fmla="*/ 0 w 893183"/>
                    <a:gd name="connsiteY6" fmla="*/ 1439386 h 1795123"/>
                    <a:gd name="connsiteX7" fmla="*/ 0 w 893183"/>
                    <a:gd name="connsiteY7" fmla="*/ 4764 h 1795123"/>
                    <a:gd name="connsiteX8" fmla="*/ 191 w 893183"/>
                    <a:gd name="connsiteY8" fmla="*/ 4616 h 1795123"/>
                    <a:gd name="connsiteX9" fmla="*/ 191 w 893183"/>
                    <a:gd name="connsiteY9" fmla="*/ 0 h 1795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893183" h="1795123">
                      <a:moveTo>
                        <a:pt x="191" y="0"/>
                      </a:moveTo>
                      <a:lnTo>
                        <a:pt x="130101" y="100288"/>
                      </a:lnTo>
                      <a:cubicBezTo>
                        <a:pt x="1231201" y="995351"/>
                        <a:pt x="934902" y="1733019"/>
                        <a:pt x="513306" y="1791401"/>
                      </a:cubicBezTo>
                      <a:cubicBezTo>
                        <a:pt x="352699" y="1813642"/>
                        <a:pt x="173909" y="1737302"/>
                        <a:pt x="47265" y="1533527"/>
                      </a:cubicBezTo>
                      <a:lnTo>
                        <a:pt x="192" y="1434367"/>
                      </a:lnTo>
                      <a:lnTo>
                        <a:pt x="192" y="1438981"/>
                      </a:lnTo>
                      <a:lnTo>
                        <a:pt x="0" y="1439386"/>
                      </a:lnTo>
                      <a:lnTo>
                        <a:pt x="0" y="4764"/>
                      </a:lnTo>
                      <a:lnTo>
                        <a:pt x="191" y="4616"/>
                      </a:lnTo>
                      <a:lnTo>
                        <a:pt x="19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4F58DD27-8C82-4A76-7200-309FF23D12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0800000">
              <a:off x="555957" y="5230097"/>
              <a:ext cx="641183" cy="1069728"/>
              <a:chOff x="6484112" y="2967038"/>
              <a:chExt cx="641183" cy="1069728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0DA93D2E-5D96-8FC6-B62B-E4B88BD5252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6808136" y="2967038"/>
                <a:ext cx="317159" cy="932400"/>
                <a:chOff x="6808136" y="2967038"/>
                <a:chExt cx="317159" cy="932400"/>
              </a:xfrm>
            </p:grpSpPr>
            <p:sp>
              <p:nvSpPr>
                <p:cNvPr id="64" name="Freeform 68">
                  <a:extLst>
                    <a:ext uri="{FF2B5EF4-FFF2-40B4-BE49-F238E27FC236}">
                      <a16:creationId xmlns:a16="http://schemas.microsoft.com/office/drawing/2014/main" id="{0ABFBD97-CB80-E544-8F0C-8231259767A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808136" y="2967038"/>
                  <a:ext cx="159772" cy="710627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65" name="Freeform 69">
                  <a:extLst>
                    <a:ext uri="{FF2B5EF4-FFF2-40B4-BE49-F238E27FC236}">
                      <a16:creationId xmlns:a16="http://schemas.microsoft.com/office/drawing/2014/main" id="{D3CFD10B-7C4E-F7BF-6112-06A4A0E6CD5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967908" y="2967038"/>
                  <a:ext cx="157387" cy="710627"/>
                </a:xfrm>
                <a:custGeom>
                  <a:avLst/>
                  <a:gdLst>
                    <a:gd name="T0" fmla="*/ 0 w 66"/>
                    <a:gd name="T1" fmla="*/ 0 h 298"/>
                    <a:gd name="T2" fmla="*/ 0 w 66"/>
                    <a:gd name="T3" fmla="*/ 298 h 298"/>
                    <a:gd name="T4" fmla="*/ 66 w 66"/>
                    <a:gd name="T5" fmla="*/ 149 h 298"/>
                    <a:gd name="T6" fmla="*/ 0 w 66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6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6" y="208"/>
                        <a:pt x="66" y="149"/>
                      </a:cubicBezTo>
                      <a:cubicBezTo>
                        <a:pt x="66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66" name="Line 70">
                  <a:extLst>
                    <a:ext uri="{FF2B5EF4-FFF2-40B4-BE49-F238E27FC236}">
                      <a16:creationId xmlns:a16="http://schemas.microsoft.com/office/drawing/2014/main" id="{90D56964-4B6E-4058-E06C-C1800219774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967908" y="2967038"/>
                  <a:ext cx="0" cy="932400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8E8BC57E-F967-2934-AAE6-9BE02158B6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18900000" flipH="1">
                <a:off x="6484112" y="3104366"/>
                <a:ext cx="317159" cy="932400"/>
                <a:chOff x="6808136" y="2967038"/>
                <a:chExt cx="317159" cy="932400"/>
              </a:xfrm>
            </p:grpSpPr>
            <p:sp>
              <p:nvSpPr>
                <p:cNvPr id="61" name="Freeform 68">
                  <a:extLst>
                    <a:ext uri="{FF2B5EF4-FFF2-40B4-BE49-F238E27FC236}">
                      <a16:creationId xmlns:a16="http://schemas.microsoft.com/office/drawing/2014/main" id="{47083BD0-658D-33A0-FBBC-F4084F992BF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808136" y="2967038"/>
                  <a:ext cx="159772" cy="710627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62" name="Freeform 69">
                  <a:extLst>
                    <a:ext uri="{FF2B5EF4-FFF2-40B4-BE49-F238E27FC236}">
                      <a16:creationId xmlns:a16="http://schemas.microsoft.com/office/drawing/2014/main" id="{2C57A2EA-6BBA-3C86-955D-A7C6248CB4A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967908" y="2967038"/>
                  <a:ext cx="157387" cy="710627"/>
                </a:xfrm>
                <a:custGeom>
                  <a:avLst/>
                  <a:gdLst>
                    <a:gd name="T0" fmla="*/ 0 w 66"/>
                    <a:gd name="T1" fmla="*/ 0 h 298"/>
                    <a:gd name="T2" fmla="*/ 0 w 66"/>
                    <a:gd name="T3" fmla="*/ 298 h 298"/>
                    <a:gd name="T4" fmla="*/ 66 w 66"/>
                    <a:gd name="T5" fmla="*/ 149 h 298"/>
                    <a:gd name="T6" fmla="*/ 0 w 66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6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6" y="208"/>
                        <a:pt x="66" y="149"/>
                      </a:cubicBezTo>
                      <a:cubicBezTo>
                        <a:pt x="66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63" name="Line 70">
                  <a:extLst>
                    <a:ext uri="{FF2B5EF4-FFF2-40B4-BE49-F238E27FC236}">
                      <a16:creationId xmlns:a16="http://schemas.microsoft.com/office/drawing/2014/main" id="{7D1B798F-1412-F787-D4C9-D7DEFDE94A3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967908" y="2967038"/>
                  <a:ext cx="0" cy="932400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</p:grpSp>
      <p:pic>
        <p:nvPicPr>
          <p:cNvPr id="4" name="Immagine 3">
            <a:extLst>
              <a:ext uri="{FF2B5EF4-FFF2-40B4-BE49-F238E27FC236}">
                <a16:creationId xmlns:a16="http://schemas.microsoft.com/office/drawing/2014/main" id="{A9F52608-A5A0-ED46-3993-E4432258FC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930" b="9375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4494" y="258882"/>
            <a:ext cx="859971" cy="489228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CC3B4601-6C60-CA32-BD42-3C4AFC25A6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930" b="9375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5819" y="259356"/>
            <a:ext cx="859971" cy="489228"/>
          </a:xfrm>
          <a:prstGeom prst="rect">
            <a:avLst/>
          </a:prstGeom>
        </p:spPr>
      </p:pic>
      <p:pic>
        <p:nvPicPr>
          <p:cNvPr id="54" name="Segnaposto contenuto 53">
            <a:extLst>
              <a:ext uri="{FF2B5EF4-FFF2-40B4-BE49-F238E27FC236}">
                <a16:creationId xmlns:a16="http://schemas.microsoft.com/office/drawing/2014/main" id="{D336FE68-EFD9-EC02-05CC-CBF1EC95E3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855455" y="843627"/>
            <a:ext cx="10297141" cy="4438891"/>
          </a:xfrm>
          <a:prstGeom prst="rect">
            <a:avLst/>
          </a:prstGeom>
        </p:spPr>
      </p:pic>
      <p:sp>
        <p:nvSpPr>
          <p:cNvPr id="99" name="Segnaposto contenuto 6">
            <a:extLst>
              <a:ext uri="{FF2B5EF4-FFF2-40B4-BE49-F238E27FC236}">
                <a16:creationId xmlns:a16="http://schemas.microsoft.com/office/drawing/2014/main" id="{1C4E78F9-5C97-BB28-99B5-F27016122BF8}"/>
              </a:ext>
            </a:extLst>
          </p:cNvPr>
          <p:cNvSpPr txBox="1">
            <a:spLocks/>
          </p:cNvSpPr>
          <p:nvPr/>
        </p:nvSpPr>
        <p:spPr>
          <a:xfrm>
            <a:off x="746699" y="5555886"/>
            <a:ext cx="10525110" cy="8562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60000" indent="-3600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Clr>
                <a:schemeClr val="accent3"/>
              </a:buClr>
              <a:buFont typeface="Wingdings" panose="05000000000000000000" pitchFamily="2" charset="2"/>
              <a:buChar char=""/>
              <a:defRPr sz="2000" kern="1200" spc="50">
                <a:solidFill>
                  <a:schemeClr val="tx1">
                    <a:alpha val="6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60000" indent="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Tx/>
              <a:buNone/>
              <a:defRPr sz="2000" b="0" i="1" kern="1200" spc="50" baseline="0">
                <a:solidFill>
                  <a:schemeClr val="tx1">
                    <a:alpha val="6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080000" indent="-3600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chemeClr val="accent3"/>
              </a:buClr>
              <a:buFont typeface="Wingdings" panose="05000000000000000000" pitchFamily="2" charset="2"/>
              <a:buChar char=""/>
              <a:defRPr sz="2000" kern="1200" spc="50">
                <a:solidFill>
                  <a:schemeClr val="tx1">
                    <a:alpha val="6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80000" indent="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chemeClr val="accent3"/>
              </a:buClr>
              <a:buFontTx/>
              <a:buNone/>
              <a:defRPr sz="2000" b="0" i="1" kern="1200" spc="50" baseline="0">
                <a:solidFill>
                  <a:schemeClr val="tx1">
                    <a:alpha val="6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00000" indent="-3600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chemeClr val="accent3"/>
              </a:buClr>
              <a:buFont typeface="Wingdings" panose="05000000000000000000" pitchFamily="2" charset="2"/>
              <a:buChar char=""/>
              <a:defRPr sz="2000" kern="1200" spc="50">
                <a:solidFill>
                  <a:schemeClr val="tx1">
                    <a:alpha val="6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As a player, I want to collect useful items and resources so that I can improve my equipment and abilities.</a:t>
            </a:r>
          </a:p>
        </p:txBody>
      </p:sp>
      <p:pic>
        <p:nvPicPr>
          <p:cNvPr id="100" name="Immagine 99">
            <a:extLst>
              <a:ext uri="{FF2B5EF4-FFF2-40B4-BE49-F238E27FC236}">
                <a16:creationId xmlns:a16="http://schemas.microsoft.com/office/drawing/2014/main" id="{DCBBAE3F-128B-2046-CBAD-3C7D1539A6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0" b="98667" l="8889" r="8977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527347" flipH="1">
            <a:off x="10701572" y="319369"/>
            <a:ext cx="1170977" cy="1132449"/>
          </a:xfrm>
          <a:prstGeom prst="rect">
            <a:avLst/>
          </a:prstGeom>
        </p:spPr>
      </p:pic>
      <p:pic>
        <p:nvPicPr>
          <p:cNvPr id="104" name="Immagine 103">
            <a:extLst>
              <a:ext uri="{FF2B5EF4-FFF2-40B4-BE49-F238E27FC236}">
                <a16:creationId xmlns:a16="http://schemas.microsoft.com/office/drawing/2014/main" id="{4C2C7037-0D04-1085-D5DF-97EB69828D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53566">
            <a:off x="-55525" y="2897519"/>
            <a:ext cx="2187162" cy="2187162"/>
          </a:xfrm>
          <a:prstGeom prst="rect">
            <a:avLst/>
          </a:prstGeom>
        </p:spPr>
      </p:pic>
      <p:sp>
        <p:nvSpPr>
          <p:cNvPr id="108" name="Titolo 1">
            <a:extLst>
              <a:ext uri="{FF2B5EF4-FFF2-40B4-BE49-F238E27FC236}">
                <a16:creationId xmlns:a16="http://schemas.microsoft.com/office/drawing/2014/main" id="{C95162F1-63DB-8555-DC8E-E77D3A8F4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6945" y="230955"/>
            <a:ext cx="6468781" cy="578378"/>
          </a:xfrm>
        </p:spPr>
        <p:txBody>
          <a:bodyPr wrap="square" anchor="b">
            <a:normAutofit fontScale="90000"/>
          </a:bodyPr>
          <a:lstStyle/>
          <a:p>
            <a:pPr algn="ctr"/>
            <a:r>
              <a:rPr lang="it-IT" b="1" dirty="0"/>
              <a:t>SCHEMI UML</a:t>
            </a:r>
          </a:p>
        </p:txBody>
      </p:sp>
    </p:spTree>
    <p:extLst>
      <p:ext uri="{BB962C8B-B14F-4D97-AF65-F5344CB8AC3E}">
        <p14:creationId xmlns:p14="http://schemas.microsoft.com/office/powerpoint/2010/main" val="3618570755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E604E4-1126-F700-B019-92F24B8C4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9B48445-AF00-9555-0D44-977457E1E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4D9A859-22AB-E3D5-4158-4CC710FB3B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99766" y="716800"/>
            <a:ext cx="3838575" cy="5583025"/>
            <a:chOff x="199766" y="716800"/>
            <a:chExt cx="3838575" cy="5583025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D5D6B526-0B5C-EBE3-6890-FAD166D4F9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2700000">
              <a:off x="890329" y="26237"/>
              <a:ext cx="2457450" cy="3838575"/>
              <a:chOff x="587376" y="280988"/>
              <a:chExt cx="2457450" cy="3838575"/>
            </a:xfrm>
          </p:grpSpPr>
          <p:sp>
            <p:nvSpPr>
              <p:cNvPr id="30" name="Freeform 64">
                <a:extLst>
                  <a:ext uri="{FF2B5EF4-FFF2-40B4-BE49-F238E27FC236}">
                    <a16:creationId xmlns:a16="http://schemas.microsoft.com/office/drawing/2014/main" id="{FBD3B469-E215-1CF9-A37D-2AD0E40C7F0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1443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1" name="Freeform 81">
                <a:extLst>
                  <a:ext uri="{FF2B5EF4-FFF2-40B4-BE49-F238E27FC236}">
                    <a16:creationId xmlns:a16="http://schemas.microsoft.com/office/drawing/2014/main" id="{3A514BDF-75CF-2B0A-32A8-102E060508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205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2" name="Freeform 61">
                <a:extLst>
                  <a:ext uri="{FF2B5EF4-FFF2-40B4-BE49-F238E27FC236}">
                    <a16:creationId xmlns:a16="http://schemas.microsoft.com/office/drawing/2014/main" id="{8C4C0197-6033-A853-C5CE-35D682F5C05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1443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3" name="Freeform 78">
                <a:extLst>
                  <a:ext uri="{FF2B5EF4-FFF2-40B4-BE49-F238E27FC236}">
                    <a16:creationId xmlns:a16="http://schemas.microsoft.com/office/drawing/2014/main" id="{AAF9EFC9-9307-ADD9-636C-C9D2A483BF1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205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4" name="Freeform 84">
                <a:extLst>
                  <a:ext uri="{FF2B5EF4-FFF2-40B4-BE49-F238E27FC236}">
                    <a16:creationId xmlns:a16="http://schemas.microsoft.com/office/drawing/2014/main" id="{D80CB08D-1CE5-BAD2-E1E0-99741A97416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967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5" name="Freeform 87">
                <a:extLst>
                  <a:ext uri="{FF2B5EF4-FFF2-40B4-BE49-F238E27FC236}">
                    <a16:creationId xmlns:a16="http://schemas.microsoft.com/office/drawing/2014/main" id="{2B33A414-82C8-C777-5454-702FE35797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967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6" name="Freeform 60">
                <a:extLst>
                  <a:ext uri="{FF2B5EF4-FFF2-40B4-BE49-F238E27FC236}">
                    <a16:creationId xmlns:a16="http://schemas.microsoft.com/office/drawing/2014/main" id="{79C4006C-B21E-82E2-8EBD-9A683BC40E6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80988"/>
                <a:ext cx="319088" cy="1419225"/>
              </a:xfrm>
              <a:custGeom>
                <a:avLst/>
                <a:gdLst>
                  <a:gd name="T0" fmla="*/ 0 w 67"/>
                  <a:gd name="T1" fmla="*/ 0 h 298"/>
                  <a:gd name="T2" fmla="*/ 0 w 67"/>
                  <a:gd name="T3" fmla="*/ 298 h 298"/>
                  <a:gd name="T4" fmla="*/ 67 w 67"/>
                  <a:gd name="T5" fmla="*/ 149 h 298"/>
                  <a:gd name="T6" fmla="*/ 0 w 67"/>
                  <a:gd name="T7" fmla="*/ 0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0"/>
                    </a:moveTo>
                    <a:cubicBezTo>
                      <a:pt x="0" y="298"/>
                      <a:pt x="0" y="298"/>
                      <a:pt x="0" y="298"/>
                    </a:cubicBezTo>
                    <a:cubicBezTo>
                      <a:pt x="41" y="261"/>
                      <a:pt x="67" y="208"/>
                      <a:pt x="67" y="149"/>
                    </a:cubicBezTo>
                    <a:cubicBezTo>
                      <a:pt x="67" y="89"/>
                      <a:pt x="41" y="36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27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7" name="Freeform 59">
                <a:extLst>
                  <a:ext uri="{FF2B5EF4-FFF2-40B4-BE49-F238E27FC236}">
                    <a16:creationId xmlns:a16="http://schemas.microsoft.com/office/drawing/2014/main" id="{8D1AAC5E-7E2E-4E3F-BDEE-BC9F2B03D58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497013" y="280988"/>
                <a:ext cx="319088" cy="1419225"/>
              </a:xfrm>
              <a:custGeom>
                <a:avLst/>
                <a:gdLst>
                  <a:gd name="T0" fmla="*/ 0 w 67"/>
                  <a:gd name="T1" fmla="*/ 149 h 298"/>
                  <a:gd name="T2" fmla="*/ 67 w 67"/>
                  <a:gd name="T3" fmla="*/ 298 h 298"/>
                  <a:gd name="T4" fmla="*/ 67 w 67"/>
                  <a:gd name="T5" fmla="*/ 0 h 298"/>
                  <a:gd name="T6" fmla="*/ 0 w 67"/>
                  <a:gd name="T7" fmla="*/ 149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149"/>
                    </a:moveTo>
                    <a:cubicBezTo>
                      <a:pt x="0" y="208"/>
                      <a:pt x="26" y="261"/>
                      <a:pt x="67" y="298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26" y="36"/>
                      <a:pt x="0" y="89"/>
                      <a:pt x="0" y="149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8" name="Freeform 62">
                <a:extLst>
                  <a:ext uri="{FF2B5EF4-FFF2-40B4-BE49-F238E27FC236}">
                    <a16:creationId xmlns:a16="http://schemas.microsoft.com/office/drawing/2014/main" id="{E39B4885-39F3-BA2F-412B-D541767E5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1390651"/>
                <a:ext cx="1228725" cy="761999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  <p:sp>
            <p:nvSpPr>
              <p:cNvPr id="39" name="Freeform 65">
                <a:extLst>
                  <a:ext uri="{FF2B5EF4-FFF2-40B4-BE49-F238E27FC236}">
                    <a16:creationId xmlns:a16="http://schemas.microsoft.com/office/drawing/2014/main" id="{1FA0DB0E-A4CD-851F-951D-A76326BAB38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1362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0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40" name="Freeform 79">
                <a:extLst>
                  <a:ext uri="{FF2B5EF4-FFF2-40B4-BE49-F238E27FC236}">
                    <a16:creationId xmlns:a16="http://schemas.microsoft.com/office/drawing/2014/main" id="{04782BD7-D4AD-62F7-608C-8A8A2BB4A6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124075"/>
                <a:ext cx="1228725" cy="790575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41" name="Freeform 82">
                <a:extLst>
                  <a:ext uri="{FF2B5EF4-FFF2-40B4-BE49-F238E27FC236}">
                    <a16:creationId xmlns:a16="http://schemas.microsoft.com/office/drawing/2014/main" id="{61457D84-F15B-49BE-4D7F-0B1A286C67D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124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42" name="Freeform 85">
                <a:extLst>
                  <a:ext uri="{FF2B5EF4-FFF2-40B4-BE49-F238E27FC236}">
                    <a16:creationId xmlns:a16="http://schemas.microsoft.com/office/drawing/2014/main" id="{A9661E3F-DE99-EB3D-1AAC-98FDBA2696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886075"/>
                <a:ext cx="1228725" cy="790575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43" name="Freeform 88">
                <a:extLst>
                  <a:ext uri="{FF2B5EF4-FFF2-40B4-BE49-F238E27FC236}">
                    <a16:creationId xmlns:a16="http://schemas.microsoft.com/office/drawing/2014/main" id="{245A3C97-A86D-E21B-6C4B-0CD798051E2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886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grpSp>
            <p:nvGrpSpPr>
              <p:cNvPr id="44" name="Group 43">
                <a:extLst>
                  <a:ext uri="{FF2B5EF4-FFF2-40B4-BE49-F238E27FC236}">
                    <a16:creationId xmlns:a16="http://schemas.microsoft.com/office/drawing/2014/main" id="{5554FCEB-3943-8921-A628-3FAA6164CDF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587376" y="280988"/>
                <a:ext cx="2457450" cy="3838575"/>
                <a:chOff x="587376" y="280988"/>
                <a:chExt cx="2457450" cy="3838575"/>
              </a:xfrm>
            </p:grpSpPr>
            <p:sp>
              <p:nvSpPr>
                <p:cNvPr id="45" name="Line 63">
                  <a:extLst>
                    <a:ext uri="{FF2B5EF4-FFF2-40B4-BE49-F238E27FC236}">
                      <a16:creationId xmlns:a16="http://schemas.microsoft.com/office/drawing/2014/main" id="{601A7F75-9305-A051-FA26-B847377430F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1443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6" name="Line 66">
                  <a:extLst>
                    <a:ext uri="{FF2B5EF4-FFF2-40B4-BE49-F238E27FC236}">
                      <a16:creationId xmlns:a16="http://schemas.microsoft.com/office/drawing/2014/main" id="{AF958F83-CE83-0119-63A1-740F7986EA8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1443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7" name="Line 67">
                  <a:extLst>
                    <a:ext uri="{FF2B5EF4-FFF2-40B4-BE49-F238E27FC236}">
                      <a16:creationId xmlns:a16="http://schemas.microsoft.com/office/drawing/2014/main" id="{350E6593-1CDD-057A-1AF9-69A7E30DFAD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80988"/>
                  <a:ext cx="0" cy="3838575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8" name="Line 80">
                  <a:extLst>
                    <a:ext uri="{FF2B5EF4-FFF2-40B4-BE49-F238E27FC236}">
                      <a16:creationId xmlns:a16="http://schemas.microsoft.com/office/drawing/2014/main" id="{7EE8E972-9102-7B46-A816-38B87EBDCDC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205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9" name="Line 83">
                  <a:extLst>
                    <a:ext uri="{FF2B5EF4-FFF2-40B4-BE49-F238E27FC236}">
                      <a16:creationId xmlns:a16="http://schemas.microsoft.com/office/drawing/2014/main" id="{1639E48B-6103-6D12-152A-7E65367F139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205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50" name="Line 86">
                  <a:extLst>
                    <a:ext uri="{FF2B5EF4-FFF2-40B4-BE49-F238E27FC236}">
                      <a16:creationId xmlns:a16="http://schemas.microsoft.com/office/drawing/2014/main" id="{A9610A92-3C08-3D21-317C-3EC54842D64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967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51" name="Line 89">
                  <a:extLst>
                    <a:ext uri="{FF2B5EF4-FFF2-40B4-BE49-F238E27FC236}">
                      <a16:creationId xmlns:a16="http://schemas.microsoft.com/office/drawing/2014/main" id="{634275BE-FA07-D4C3-6776-B825D54F124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967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7CEDB892-8A40-A85C-FC80-5CE5E4ADD1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3500000">
              <a:off x="480743" y="3311698"/>
              <a:ext cx="1785984" cy="2211229"/>
              <a:chOff x="3125006" y="3171595"/>
              <a:chExt cx="1785984" cy="2211229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1F7F1318-7237-712D-9C49-513BC6667FB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36819" y="3174345"/>
                <a:ext cx="1760933" cy="2208479"/>
                <a:chOff x="4749017" y="2998646"/>
                <a:chExt cx="1760933" cy="2208479"/>
              </a:xfrm>
            </p:grpSpPr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9DB0A338-5FA4-641D-645E-C95FBE132A3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flipH="1">
                  <a:off x="5630197" y="2998646"/>
                  <a:ext cx="0" cy="2208479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E5B8AF1D-2E94-3657-3CC6-F3587A2211F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rot="10800000" flipH="1">
                  <a:off x="4749017" y="4416771"/>
                  <a:ext cx="1760933" cy="0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" name="Rectangle 30">
                  <a:extLst>
                    <a:ext uri="{FF2B5EF4-FFF2-40B4-BE49-F238E27FC236}">
                      <a16:creationId xmlns:a16="http://schemas.microsoft.com/office/drawing/2014/main" id="{87C61275-A12D-8D38-8E56-BD55414B3C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136242" y="3224252"/>
                  <a:ext cx="987915" cy="987915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" name="Rectangle 30">
                  <a:extLst>
                    <a:ext uri="{FF2B5EF4-FFF2-40B4-BE49-F238E27FC236}">
                      <a16:creationId xmlns:a16="http://schemas.microsoft.com/office/drawing/2014/main" id="{9256337D-9F05-3285-E595-B24E31DE10E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327037" y="3070731"/>
                  <a:ext cx="606323" cy="606323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02631FE0-9912-780D-7D35-01F1E13CEB8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25006" y="3171595"/>
                <a:ext cx="1785984" cy="1799739"/>
                <a:chOff x="6879836" y="3516901"/>
                <a:chExt cx="1785984" cy="1799739"/>
              </a:xfrm>
            </p:grpSpPr>
            <p:sp>
              <p:nvSpPr>
                <p:cNvPr id="24" name="Freeform: Shape 23">
                  <a:extLst>
                    <a:ext uri="{FF2B5EF4-FFF2-40B4-BE49-F238E27FC236}">
                      <a16:creationId xmlns:a16="http://schemas.microsoft.com/office/drawing/2014/main" id="{7C44AD88-E17C-1D8A-3EBC-F2DF123B0DC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6879836" y="3521665"/>
                  <a:ext cx="892801" cy="1794975"/>
                </a:xfrm>
                <a:custGeom>
                  <a:avLst/>
                  <a:gdLst>
                    <a:gd name="connsiteX0" fmla="*/ 892801 w 892801"/>
                    <a:gd name="connsiteY0" fmla="*/ 0 h 1794975"/>
                    <a:gd name="connsiteX1" fmla="*/ 892801 w 892801"/>
                    <a:gd name="connsiteY1" fmla="*/ 1434622 h 1794975"/>
                    <a:gd name="connsiteX2" fmla="*/ 845919 w 892801"/>
                    <a:gd name="connsiteY2" fmla="*/ 1533379 h 1794975"/>
                    <a:gd name="connsiteX3" fmla="*/ 440820 w 892801"/>
                    <a:gd name="connsiteY3" fmla="*/ 1794916 h 1794975"/>
                    <a:gd name="connsiteX4" fmla="*/ 379878 w 892801"/>
                    <a:gd name="connsiteY4" fmla="*/ 1791253 h 1794975"/>
                    <a:gd name="connsiteX5" fmla="*/ 763083 w 892801"/>
                    <a:gd name="connsiteY5" fmla="*/ 100140 h 1794975"/>
                    <a:gd name="connsiteX6" fmla="*/ 892801 w 892801"/>
                    <a:gd name="connsiteY6" fmla="*/ 0 h 1794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92801" h="1794975">
                      <a:moveTo>
                        <a:pt x="892801" y="0"/>
                      </a:moveTo>
                      <a:lnTo>
                        <a:pt x="892801" y="1434622"/>
                      </a:lnTo>
                      <a:lnTo>
                        <a:pt x="845919" y="1533379"/>
                      </a:lnTo>
                      <a:cubicBezTo>
                        <a:pt x="735106" y="1711682"/>
                        <a:pt x="584368" y="1792418"/>
                        <a:pt x="440820" y="1794916"/>
                      </a:cubicBezTo>
                      <a:cubicBezTo>
                        <a:pt x="420314" y="1795273"/>
                        <a:pt x="399954" y="1794033"/>
                        <a:pt x="379878" y="1791253"/>
                      </a:cubicBezTo>
                      <a:cubicBezTo>
                        <a:pt x="-41718" y="1732871"/>
                        <a:pt x="-338017" y="995203"/>
                        <a:pt x="763083" y="100140"/>
                      </a:cubicBezTo>
                      <a:lnTo>
                        <a:pt x="89280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" name="Freeform: Shape 24">
                  <a:extLst>
                    <a:ext uri="{FF2B5EF4-FFF2-40B4-BE49-F238E27FC236}">
                      <a16:creationId xmlns:a16="http://schemas.microsoft.com/office/drawing/2014/main" id="{B1A1C480-DF8D-3059-05A5-8015FBDDA93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7772637" y="3516901"/>
                  <a:ext cx="893183" cy="1795123"/>
                </a:xfrm>
                <a:custGeom>
                  <a:avLst/>
                  <a:gdLst>
                    <a:gd name="connsiteX0" fmla="*/ 191 w 893183"/>
                    <a:gd name="connsiteY0" fmla="*/ 0 h 1795123"/>
                    <a:gd name="connsiteX1" fmla="*/ 130101 w 893183"/>
                    <a:gd name="connsiteY1" fmla="*/ 100288 h 1795123"/>
                    <a:gd name="connsiteX2" fmla="*/ 513306 w 893183"/>
                    <a:gd name="connsiteY2" fmla="*/ 1791401 h 1795123"/>
                    <a:gd name="connsiteX3" fmla="*/ 47265 w 893183"/>
                    <a:gd name="connsiteY3" fmla="*/ 1533527 h 1795123"/>
                    <a:gd name="connsiteX4" fmla="*/ 192 w 893183"/>
                    <a:gd name="connsiteY4" fmla="*/ 1434367 h 1795123"/>
                    <a:gd name="connsiteX5" fmla="*/ 192 w 893183"/>
                    <a:gd name="connsiteY5" fmla="*/ 1438981 h 1795123"/>
                    <a:gd name="connsiteX6" fmla="*/ 0 w 893183"/>
                    <a:gd name="connsiteY6" fmla="*/ 1439386 h 1795123"/>
                    <a:gd name="connsiteX7" fmla="*/ 0 w 893183"/>
                    <a:gd name="connsiteY7" fmla="*/ 4764 h 1795123"/>
                    <a:gd name="connsiteX8" fmla="*/ 191 w 893183"/>
                    <a:gd name="connsiteY8" fmla="*/ 4616 h 1795123"/>
                    <a:gd name="connsiteX9" fmla="*/ 191 w 893183"/>
                    <a:gd name="connsiteY9" fmla="*/ 0 h 1795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893183" h="1795123">
                      <a:moveTo>
                        <a:pt x="191" y="0"/>
                      </a:moveTo>
                      <a:lnTo>
                        <a:pt x="130101" y="100288"/>
                      </a:lnTo>
                      <a:cubicBezTo>
                        <a:pt x="1231201" y="995351"/>
                        <a:pt x="934902" y="1733019"/>
                        <a:pt x="513306" y="1791401"/>
                      </a:cubicBezTo>
                      <a:cubicBezTo>
                        <a:pt x="352699" y="1813642"/>
                        <a:pt x="173909" y="1737302"/>
                        <a:pt x="47265" y="1533527"/>
                      </a:cubicBezTo>
                      <a:lnTo>
                        <a:pt x="192" y="1434367"/>
                      </a:lnTo>
                      <a:lnTo>
                        <a:pt x="192" y="1438981"/>
                      </a:lnTo>
                      <a:lnTo>
                        <a:pt x="0" y="1439386"/>
                      </a:lnTo>
                      <a:lnTo>
                        <a:pt x="0" y="4764"/>
                      </a:lnTo>
                      <a:lnTo>
                        <a:pt x="191" y="4616"/>
                      </a:lnTo>
                      <a:lnTo>
                        <a:pt x="19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27A79ED-CDA8-A9FF-1307-4DEC66B413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0800000">
              <a:off x="555957" y="5230097"/>
              <a:ext cx="641183" cy="1069728"/>
              <a:chOff x="6484112" y="2967038"/>
              <a:chExt cx="641183" cy="1069728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00978C53-AA8E-1FE9-CEA5-AB63B62C97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6808136" y="2967038"/>
                <a:ext cx="317159" cy="932400"/>
                <a:chOff x="6808136" y="2967038"/>
                <a:chExt cx="317159" cy="932400"/>
              </a:xfrm>
            </p:grpSpPr>
            <p:sp>
              <p:nvSpPr>
                <p:cNvPr id="19" name="Freeform 68">
                  <a:extLst>
                    <a:ext uri="{FF2B5EF4-FFF2-40B4-BE49-F238E27FC236}">
                      <a16:creationId xmlns:a16="http://schemas.microsoft.com/office/drawing/2014/main" id="{45BCE627-F41E-0082-B50A-2CEC26C9904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808136" y="2967038"/>
                  <a:ext cx="159772" cy="710627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0" name="Freeform 69">
                  <a:extLst>
                    <a:ext uri="{FF2B5EF4-FFF2-40B4-BE49-F238E27FC236}">
                      <a16:creationId xmlns:a16="http://schemas.microsoft.com/office/drawing/2014/main" id="{6FFC20EC-9D09-89DC-5EDA-769725E121D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967908" y="2967038"/>
                  <a:ext cx="157387" cy="710627"/>
                </a:xfrm>
                <a:custGeom>
                  <a:avLst/>
                  <a:gdLst>
                    <a:gd name="T0" fmla="*/ 0 w 66"/>
                    <a:gd name="T1" fmla="*/ 0 h 298"/>
                    <a:gd name="T2" fmla="*/ 0 w 66"/>
                    <a:gd name="T3" fmla="*/ 298 h 298"/>
                    <a:gd name="T4" fmla="*/ 66 w 66"/>
                    <a:gd name="T5" fmla="*/ 149 h 298"/>
                    <a:gd name="T6" fmla="*/ 0 w 66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6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6" y="208"/>
                        <a:pt x="66" y="149"/>
                      </a:cubicBezTo>
                      <a:cubicBezTo>
                        <a:pt x="66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1" name="Line 70">
                  <a:extLst>
                    <a:ext uri="{FF2B5EF4-FFF2-40B4-BE49-F238E27FC236}">
                      <a16:creationId xmlns:a16="http://schemas.microsoft.com/office/drawing/2014/main" id="{B6B1A5AB-E83C-7D1C-4FD8-0E4754CF736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967908" y="2967038"/>
                  <a:ext cx="0" cy="932400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2766157-A78E-299B-DE51-BC3236E8CD8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18900000" flipH="1">
                <a:off x="6484112" y="3104366"/>
                <a:ext cx="317159" cy="932400"/>
                <a:chOff x="6808136" y="2967038"/>
                <a:chExt cx="317159" cy="932400"/>
              </a:xfrm>
            </p:grpSpPr>
            <p:sp>
              <p:nvSpPr>
                <p:cNvPr id="16" name="Freeform 68">
                  <a:extLst>
                    <a:ext uri="{FF2B5EF4-FFF2-40B4-BE49-F238E27FC236}">
                      <a16:creationId xmlns:a16="http://schemas.microsoft.com/office/drawing/2014/main" id="{3155448B-FEF3-4DA7-74D1-9F3260108E0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808136" y="2967038"/>
                  <a:ext cx="159772" cy="710627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17" name="Freeform 69">
                  <a:extLst>
                    <a:ext uri="{FF2B5EF4-FFF2-40B4-BE49-F238E27FC236}">
                      <a16:creationId xmlns:a16="http://schemas.microsoft.com/office/drawing/2014/main" id="{E7CC3C5A-88C0-37FB-88DE-35627BF2F8E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967908" y="2967038"/>
                  <a:ext cx="157387" cy="710627"/>
                </a:xfrm>
                <a:custGeom>
                  <a:avLst/>
                  <a:gdLst>
                    <a:gd name="T0" fmla="*/ 0 w 66"/>
                    <a:gd name="T1" fmla="*/ 0 h 298"/>
                    <a:gd name="T2" fmla="*/ 0 w 66"/>
                    <a:gd name="T3" fmla="*/ 298 h 298"/>
                    <a:gd name="T4" fmla="*/ 66 w 66"/>
                    <a:gd name="T5" fmla="*/ 149 h 298"/>
                    <a:gd name="T6" fmla="*/ 0 w 66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6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6" y="208"/>
                        <a:pt x="66" y="149"/>
                      </a:cubicBezTo>
                      <a:cubicBezTo>
                        <a:pt x="66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18" name="Line 70">
                  <a:extLst>
                    <a:ext uri="{FF2B5EF4-FFF2-40B4-BE49-F238E27FC236}">
                      <a16:creationId xmlns:a16="http://schemas.microsoft.com/office/drawing/2014/main" id="{2FAB5CEA-4C92-4DC1-548A-B2AF9AA894C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967908" y="2967038"/>
                  <a:ext cx="0" cy="932400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</p:grp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D4AD396-5643-48EE-75D6-757469C95A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826000" y="2428148"/>
            <a:ext cx="5400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06A6B52-3A8E-9674-AAC6-D00C60E42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153659" y="716800"/>
            <a:ext cx="3838575" cy="5583025"/>
            <a:chOff x="199766" y="716800"/>
            <a:chExt cx="3838575" cy="5583025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17459505-AEE5-0419-953B-0612B08C0D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2700000">
              <a:off x="890329" y="26237"/>
              <a:ext cx="2457450" cy="3838575"/>
              <a:chOff x="587376" y="280988"/>
              <a:chExt cx="2457450" cy="3838575"/>
            </a:xfrm>
          </p:grpSpPr>
          <p:sp>
            <p:nvSpPr>
              <p:cNvPr id="75" name="Freeform 64">
                <a:extLst>
                  <a:ext uri="{FF2B5EF4-FFF2-40B4-BE49-F238E27FC236}">
                    <a16:creationId xmlns:a16="http://schemas.microsoft.com/office/drawing/2014/main" id="{7B5FB2C5-9ACD-3BAD-E6B4-0BF485E4C5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1443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6" name="Freeform 81">
                <a:extLst>
                  <a:ext uri="{FF2B5EF4-FFF2-40B4-BE49-F238E27FC236}">
                    <a16:creationId xmlns:a16="http://schemas.microsoft.com/office/drawing/2014/main" id="{496A599E-0ADD-535C-2A4A-11FCDFF6AFB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205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7" name="Freeform 61">
                <a:extLst>
                  <a:ext uri="{FF2B5EF4-FFF2-40B4-BE49-F238E27FC236}">
                    <a16:creationId xmlns:a16="http://schemas.microsoft.com/office/drawing/2014/main" id="{245BF3A6-705E-B883-86D1-BAB15DA545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1443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8" name="Freeform 78">
                <a:extLst>
                  <a:ext uri="{FF2B5EF4-FFF2-40B4-BE49-F238E27FC236}">
                    <a16:creationId xmlns:a16="http://schemas.microsoft.com/office/drawing/2014/main" id="{F442F3AC-CF28-F4C3-5157-2B6AC92F43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205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9" name="Freeform 84">
                <a:extLst>
                  <a:ext uri="{FF2B5EF4-FFF2-40B4-BE49-F238E27FC236}">
                    <a16:creationId xmlns:a16="http://schemas.microsoft.com/office/drawing/2014/main" id="{2DD65FDE-21C5-E860-D9FF-53700765C4A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967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0" name="Freeform 87">
                <a:extLst>
                  <a:ext uri="{FF2B5EF4-FFF2-40B4-BE49-F238E27FC236}">
                    <a16:creationId xmlns:a16="http://schemas.microsoft.com/office/drawing/2014/main" id="{913496E6-7E21-225D-18A7-C16C805170F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967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1" name="Freeform 60">
                <a:extLst>
                  <a:ext uri="{FF2B5EF4-FFF2-40B4-BE49-F238E27FC236}">
                    <a16:creationId xmlns:a16="http://schemas.microsoft.com/office/drawing/2014/main" id="{FEE96555-8EA1-3E33-29E9-63A85FBD055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80988"/>
                <a:ext cx="319088" cy="1419225"/>
              </a:xfrm>
              <a:custGeom>
                <a:avLst/>
                <a:gdLst>
                  <a:gd name="T0" fmla="*/ 0 w 67"/>
                  <a:gd name="T1" fmla="*/ 0 h 298"/>
                  <a:gd name="T2" fmla="*/ 0 w 67"/>
                  <a:gd name="T3" fmla="*/ 298 h 298"/>
                  <a:gd name="T4" fmla="*/ 67 w 67"/>
                  <a:gd name="T5" fmla="*/ 149 h 298"/>
                  <a:gd name="T6" fmla="*/ 0 w 67"/>
                  <a:gd name="T7" fmla="*/ 0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0"/>
                    </a:moveTo>
                    <a:cubicBezTo>
                      <a:pt x="0" y="298"/>
                      <a:pt x="0" y="298"/>
                      <a:pt x="0" y="298"/>
                    </a:cubicBezTo>
                    <a:cubicBezTo>
                      <a:pt x="41" y="261"/>
                      <a:pt x="67" y="208"/>
                      <a:pt x="67" y="149"/>
                    </a:cubicBezTo>
                    <a:cubicBezTo>
                      <a:pt x="67" y="89"/>
                      <a:pt x="41" y="36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27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2" name="Freeform 59">
                <a:extLst>
                  <a:ext uri="{FF2B5EF4-FFF2-40B4-BE49-F238E27FC236}">
                    <a16:creationId xmlns:a16="http://schemas.microsoft.com/office/drawing/2014/main" id="{B97AF3ED-AC32-5289-C2C7-0AC4480D8F3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497013" y="280988"/>
                <a:ext cx="319088" cy="1419225"/>
              </a:xfrm>
              <a:custGeom>
                <a:avLst/>
                <a:gdLst>
                  <a:gd name="T0" fmla="*/ 0 w 67"/>
                  <a:gd name="T1" fmla="*/ 149 h 298"/>
                  <a:gd name="T2" fmla="*/ 67 w 67"/>
                  <a:gd name="T3" fmla="*/ 298 h 298"/>
                  <a:gd name="T4" fmla="*/ 67 w 67"/>
                  <a:gd name="T5" fmla="*/ 0 h 298"/>
                  <a:gd name="T6" fmla="*/ 0 w 67"/>
                  <a:gd name="T7" fmla="*/ 149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149"/>
                    </a:moveTo>
                    <a:cubicBezTo>
                      <a:pt x="0" y="208"/>
                      <a:pt x="26" y="261"/>
                      <a:pt x="67" y="298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26" y="36"/>
                      <a:pt x="0" y="89"/>
                      <a:pt x="0" y="149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3" name="Freeform 62">
                <a:extLst>
                  <a:ext uri="{FF2B5EF4-FFF2-40B4-BE49-F238E27FC236}">
                    <a16:creationId xmlns:a16="http://schemas.microsoft.com/office/drawing/2014/main" id="{885D25B4-193B-C540-38AA-9E22A27CDF1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1390651"/>
                <a:ext cx="1228725" cy="761999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  <p:sp>
            <p:nvSpPr>
              <p:cNvPr id="84" name="Freeform 65">
                <a:extLst>
                  <a:ext uri="{FF2B5EF4-FFF2-40B4-BE49-F238E27FC236}">
                    <a16:creationId xmlns:a16="http://schemas.microsoft.com/office/drawing/2014/main" id="{A84456EF-BF88-B4BF-4001-F9228211F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1362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0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5" name="Freeform 79">
                <a:extLst>
                  <a:ext uri="{FF2B5EF4-FFF2-40B4-BE49-F238E27FC236}">
                    <a16:creationId xmlns:a16="http://schemas.microsoft.com/office/drawing/2014/main" id="{8452EB35-D426-1C44-3E1F-CAB64E1CF5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124075"/>
                <a:ext cx="1228725" cy="790575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6" name="Freeform 82">
                <a:extLst>
                  <a:ext uri="{FF2B5EF4-FFF2-40B4-BE49-F238E27FC236}">
                    <a16:creationId xmlns:a16="http://schemas.microsoft.com/office/drawing/2014/main" id="{E1F4BAE4-F7B9-C87D-EF6B-F3CDBC03D00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124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7" name="Freeform 85">
                <a:extLst>
                  <a:ext uri="{FF2B5EF4-FFF2-40B4-BE49-F238E27FC236}">
                    <a16:creationId xmlns:a16="http://schemas.microsoft.com/office/drawing/2014/main" id="{34161953-4CEF-AADE-3E1E-467F7222D9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886075"/>
                <a:ext cx="1228725" cy="790575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8" name="Freeform 88">
                <a:extLst>
                  <a:ext uri="{FF2B5EF4-FFF2-40B4-BE49-F238E27FC236}">
                    <a16:creationId xmlns:a16="http://schemas.microsoft.com/office/drawing/2014/main" id="{95E8FBB2-597E-B217-5A24-475F7A7F141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886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1B7D9798-9950-B668-985B-ADDCA89E22D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587376" y="280988"/>
                <a:ext cx="2457450" cy="3838575"/>
                <a:chOff x="587376" y="280988"/>
                <a:chExt cx="2457450" cy="3838575"/>
              </a:xfrm>
            </p:grpSpPr>
            <p:sp>
              <p:nvSpPr>
                <p:cNvPr id="90" name="Line 63">
                  <a:extLst>
                    <a:ext uri="{FF2B5EF4-FFF2-40B4-BE49-F238E27FC236}">
                      <a16:creationId xmlns:a16="http://schemas.microsoft.com/office/drawing/2014/main" id="{6387B321-45C8-33CD-8CC7-3B741674931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1443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1" name="Line 66">
                  <a:extLst>
                    <a:ext uri="{FF2B5EF4-FFF2-40B4-BE49-F238E27FC236}">
                      <a16:creationId xmlns:a16="http://schemas.microsoft.com/office/drawing/2014/main" id="{127C41C6-AFDD-290B-16C7-7FB26E0910E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1443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2" name="Line 67">
                  <a:extLst>
                    <a:ext uri="{FF2B5EF4-FFF2-40B4-BE49-F238E27FC236}">
                      <a16:creationId xmlns:a16="http://schemas.microsoft.com/office/drawing/2014/main" id="{BC8C93E6-0F34-DB13-A37B-2C126622598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80988"/>
                  <a:ext cx="0" cy="3838575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3" name="Line 80">
                  <a:extLst>
                    <a:ext uri="{FF2B5EF4-FFF2-40B4-BE49-F238E27FC236}">
                      <a16:creationId xmlns:a16="http://schemas.microsoft.com/office/drawing/2014/main" id="{0FEFF0C4-A389-9CCD-65C7-A95CFA7F2D6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205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4" name="Line 83">
                  <a:extLst>
                    <a:ext uri="{FF2B5EF4-FFF2-40B4-BE49-F238E27FC236}">
                      <a16:creationId xmlns:a16="http://schemas.microsoft.com/office/drawing/2014/main" id="{0E081239-CF65-BCA3-8A2F-A93F75F9EB7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205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5" name="Line 86">
                  <a:extLst>
                    <a:ext uri="{FF2B5EF4-FFF2-40B4-BE49-F238E27FC236}">
                      <a16:creationId xmlns:a16="http://schemas.microsoft.com/office/drawing/2014/main" id="{D28B30FD-846A-9CAB-5A57-BCDEB09FA82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967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6" name="Line 89">
                  <a:extLst>
                    <a:ext uri="{FF2B5EF4-FFF2-40B4-BE49-F238E27FC236}">
                      <a16:creationId xmlns:a16="http://schemas.microsoft.com/office/drawing/2014/main" id="{FA3E6F09-5A5D-4589-2681-61FA3C22973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967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82F5FAF-142F-8535-018D-D0AFEED690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3500000">
              <a:off x="480743" y="3311698"/>
              <a:ext cx="1785984" cy="2211229"/>
              <a:chOff x="3125006" y="3171595"/>
              <a:chExt cx="1785984" cy="2211229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73F33642-510F-582D-40F6-B7A9FC52F50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36819" y="3174345"/>
                <a:ext cx="1760933" cy="2208479"/>
                <a:chOff x="4749017" y="2998646"/>
                <a:chExt cx="1760933" cy="2208479"/>
              </a:xfrm>
            </p:grpSpPr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7DD8FA29-D19E-3945-399C-D0FE6B6A1B9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flipH="1">
                  <a:off x="5630197" y="2998646"/>
                  <a:ext cx="0" cy="2208479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244F88BF-DFEF-DDA8-BA50-89CE2169F3D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rot="10800000" flipH="1">
                  <a:off x="4749017" y="4416771"/>
                  <a:ext cx="1760933" cy="0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3" name="Rectangle 30">
                  <a:extLst>
                    <a:ext uri="{FF2B5EF4-FFF2-40B4-BE49-F238E27FC236}">
                      <a16:creationId xmlns:a16="http://schemas.microsoft.com/office/drawing/2014/main" id="{82830647-28B2-C0E2-7399-C0381EA5BC2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136242" y="3224252"/>
                  <a:ext cx="987915" cy="987915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" name="Rectangle 30">
                  <a:extLst>
                    <a:ext uri="{FF2B5EF4-FFF2-40B4-BE49-F238E27FC236}">
                      <a16:creationId xmlns:a16="http://schemas.microsoft.com/office/drawing/2014/main" id="{895B3870-DD4E-8000-E318-A3FD0302502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327037" y="3070731"/>
                  <a:ext cx="606323" cy="606323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832DE0DD-2EA2-F9F3-902A-2055C757225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25006" y="3171595"/>
                <a:ext cx="1785984" cy="1799739"/>
                <a:chOff x="6879836" y="3516901"/>
                <a:chExt cx="1785984" cy="1799739"/>
              </a:xfrm>
            </p:grpSpPr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05277D4-6F14-A530-7D21-C5167743E4D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6879836" y="3521665"/>
                  <a:ext cx="892801" cy="1794975"/>
                </a:xfrm>
                <a:custGeom>
                  <a:avLst/>
                  <a:gdLst>
                    <a:gd name="connsiteX0" fmla="*/ 892801 w 892801"/>
                    <a:gd name="connsiteY0" fmla="*/ 0 h 1794975"/>
                    <a:gd name="connsiteX1" fmla="*/ 892801 w 892801"/>
                    <a:gd name="connsiteY1" fmla="*/ 1434622 h 1794975"/>
                    <a:gd name="connsiteX2" fmla="*/ 845919 w 892801"/>
                    <a:gd name="connsiteY2" fmla="*/ 1533379 h 1794975"/>
                    <a:gd name="connsiteX3" fmla="*/ 440820 w 892801"/>
                    <a:gd name="connsiteY3" fmla="*/ 1794916 h 1794975"/>
                    <a:gd name="connsiteX4" fmla="*/ 379878 w 892801"/>
                    <a:gd name="connsiteY4" fmla="*/ 1791253 h 1794975"/>
                    <a:gd name="connsiteX5" fmla="*/ 763083 w 892801"/>
                    <a:gd name="connsiteY5" fmla="*/ 100140 h 1794975"/>
                    <a:gd name="connsiteX6" fmla="*/ 892801 w 892801"/>
                    <a:gd name="connsiteY6" fmla="*/ 0 h 1794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92801" h="1794975">
                      <a:moveTo>
                        <a:pt x="892801" y="0"/>
                      </a:moveTo>
                      <a:lnTo>
                        <a:pt x="892801" y="1434622"/>
                      </a:lnTo>
                      <a:lnTo>
                        <a:pt x="845919" y="1533379"/>
                      </a:lnTo>
                      <a:cubicBezTo>
                        <a:pt x="735106" y="1711682"/>
                        <a:pt x="584368" y="1792418"/>
                        <a:pt x="440820" y="1794916"/>
                      </a:cubicBezTo>
                      <a:cubicBezTo>
                        <a:pt x="420314" y="1795273"/>
                        <a:pt x="399954" y="1794033"/>
                        <a:pt x="379878" y="1791253"/>
                      </a:cubicBezTo>
                      <a:cubicBezTo>
                        <a:pt x="-41718" y="1732871"/>
                        <a:pt x="-338017" y="995203"/>
                        <a:pt x="763083" y="100140"/>
                      </a:cubicBezTo>
                      <a:lnTo>
                        <a:pt x="89280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0" name="Freeform: Shape 69">
                  <a:extLst>
                    <a:ext uri="{FF2B5EF4-FFF2-40B4-BE49-F238E27FC236}">
                      <a16:creationId xmlns:a16="http://schemas.microsoft.com/office/drawing/2014/main" id="{E7C26B7D-639D-F6B2-D767-186249A3D32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7772637" y="3516901"/>
                  <a:ext cx="893183" cy="1795123"/>
                </a:xfrm>
                <a:custGeom>
                  <a:avLst/>
                  <a:gdLst>
                    <a:gd name="connsiteX0" fmla="*/ 191 w 893183"/>
                    <a:gd name="connsiteY0" fmla="*/ 0 h 1795123"/>
                    <a:gd name="connsiteX1" fmla="*/ 130101 w 893183"/>
                    <a:gd name="connsiteY1" fmla="*/ 100288 h 1795123"/>
                    <a:gd name="connsiteX2" fmla="*/ 513306 w 893183"/>
                    <a:gd name="connsiteY2" fmla="*/ 1791401 h 1795123"/>
                    <a:gd name="connsiteX3" fmla="*/ 47265 w 893183"/>
                    <a:gd name="connsiteY3" fmla="*/ 1533527 h 1795123"/>
                    <a:gd name="connsiteX4" fmla="*/ 192 w 893183"/>
                    <a:gd name="connsiteY4" fmla="*/ 1434367 h 1795123"/>
                    <a:gd name="connsiteX5" fmla="*/ 192 w 893183"/>
                    <a:gd name="connsiteY5" fmla="*/ 1438981 h 1795123"/>
                    <a:gd name="connsiteX6" fmla="*/ 0 w 893183"/>
                    <a:gd name="connsiteY6" fmla="*/ 1439386 h 1795123"/>
                    <a:gd name="connsiteX7" fmla="*/ 0 w 893183"/>
                    <a:gd name="connsiteY7" fmla="*/ 4764 h 1795123"/>
                    <a:gd name="connsiteX8" fmla="*/ 191 w 893183"/>
                    <a:gd name="connsiteY8" fmla="*/ 4616 h 1795123"/>
                    <a:gd name="connsiteX9" fmla="*/ 191 w 893183"/>
                    <a:gd name="connsiteY9" fmla="*/ 0 h 1795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893183" h="1795123">
                      <a:moveTo>
                        <a:pt x="191" y="0"/>
                      </a:moveTo>
                      <a:lnTo>
                        <a:pt x="130101" y="100288"/>
                      </a:lnTo>
                      <a:cubicBezTo>
                        <a:pt x="1231201" y="995351"/>
                        <a:pt x="934902" y="1733019"/>
                        <a:pt x="513306" y="1791401"/>
                      </a:cubicBezTo>
                      <a:cubicBezTo>
                        <a:pt x="352699" y="1813642"/>
                        <a:pt x="173909" y="1737302"/>
                        <a:pt x="47265" y="1533527"/>
                      </a:cubicBezTo>
                      <a:lnTo>
                        <a:pt x="192" y="1434367"/>
                      </a:lnTo>
                      <a:lnTo>
                        <a:pt x="192" y="1438981"/>
                      </a:lnTo>
                      <a:lnTo>
                        <a:pt x="0" y="1439386"/>
                      </a:lnTo>
                      <a:lnTo>
                        <a:pt x="0" y="4764"/>
                      </a:lnTo>
                      <a:lnTo>
                        <a:pt x="191" y="4616"/>
                      </a:lnTo>
                      <a:lnTo>
                        <a:pt x="19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6C6CCE2A-3564-77EC-F475-1AA5E9605B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0800000">
              <a:off x="555957" y="5230097"/>
              <a:ext cx="641183" cy="1069728"/>
              <a:chOff x="6484112" y="2967038"/>
              <a:chExt cx="641183" cy="1069728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D66950B6-4144-568C-E639-03CE18FFF20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6808136" y="2967038"/>
                <a:ext cx="317159" cy="932400"/>
                <a:chOff x="6808136" y="2967038"/>
                <a:chExt cx="317159" cy="932400"/>
              </a:xfrm>
            </p:grpSpPr>
            <p:sp>
              <p:nvSpPr>
                <p:cNvPr id="64" name="Freeform 68">
                  <a:extLst>
                    <a:ext uri="{FF2B5EF4-FFF2-40B4-BE49-F238E27FC236}">
                      <a16:creationId xmlns:a16="http://schemas.microsoft.com/office/drawing/2014/main" id="{DFBD5734-0757-7C3F-B634-EF743BBF552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808136" y="2967038"/>
                  <a:ext cx="159772" cy="710627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65" name="Freeform 69">
                  <a:extLst>
                    <a:ext uri="{FF2B5EF4-FFF2-40B4-BE49-F238E27FC236}">
                      <a16:creationId xmlns:a16="http://schemas.microsoft.com/office/drawing/2014/main" id="{3C797BCB-715B-261A-1639-65AE8909E5D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967908" y="2967038"/>
                  <a:ext cx="157387" cy="710627"/>
                </a:xfrm>
                <a:custGeom>
                  <a:avLst/>
                  <a:gdLst>
                    <a:gd name="T0" fmla="*/ 0 w 66"/>
                    <a:gd name="T1" fmla="*/ 0 h 298"/>
                    <a:gd name="T2" fmla="*/ 0 w 66"/>
                    <a:gd name="T3" fmla="*/ 298 h 298"/>
                    <a:gd name="T4" fmla="*/ 66 w 66"/>
                    <a:gd name="T5" fmla="*/ 149 h 298"/>
                    <a:gd name="T6" fmla="*/ 0 w 66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6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6" y="208"/>
                        <a:pt x="66" y="149"/>
                      </a:cubicBezTo>
                      <a:cubicBezTo>
                        <a:pt x="66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66" name="Line 70">
                  <a:extLst>
                    <a:ext uri="{FF2B5EF4-FFF2-40B4-BE49-F238E27FC236}">
                      <a16:creationId xmlns:a16="http://schemas.microsoft.com/office/drawing/2014/main" id="{D6920C7C-C15B-B5DD-67DD-C7329B38E63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967908" y="2967038"/>
                  <a:ext cx="0" cy="932400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DEF91324-3480-AE92-894B-C9AFC0A5A1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18900000" flipH="1">
                <a:off x="6484112" y="3104366"/>
                <a:ext cx="317159" cy="932400"/>
                <a:chOff x="6808136" y="2967038"/>
                <a:chExt cx="317159" cy="932400"/>
              </a:xfrm>
            </p:grpSpPr>
            <p:sp>
              <p:nvSpPr>
                <p:cNvPr id="61" name="Freeform 68">
                  <a:extLst>
                    <a:ext uri="{FF2B5EF4-FFF2-40B4-BE49-F238E27FC236}">
                      <a16:creationId xmlns:a16="http://schemas.microsoft.com/office/drawing/2014/main" id="{53C36286-0B6F-B9C8-E43C-E40F461066A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808136" y="2967038"/>
                  <a:ext cx="159772" cy="710627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62" name="Freeform 69">
                  <a:extLst>
                    <a:ext uri="{FF2B5EF4-FFF2-40B4-BE49-F238E27FC236}">
                      <a16:creationId xmlns:a16="http://schemas.microsoft.com/office/drawing/2014/main" id="{702AA6DB-5112-B60C-B396-C518E2E5B7C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967908" y="2967038"/>
                  <a:ext cx="157387" cy="710627"/>
                </a:xfrm>
                <a:custGeom>
                  <a:avLst/>
                  <a:gdLst>
                    <a:gd name="T0" fmla="*/ 0 w 66"/>
                    <a:gd name="T1" fmla="*/ 0 h 298"/>
                    <a:gd name="T2" fmla="*/ 0 w 66"/>
                    <a:gd name="T3" fmla="*/ 298 h 298"/>
                    <a:gd name="T4" fmla="*/ 66 w 66"/>
                    <a:gd name="T5" fmla="*/ 149 h 298"/>
                    <a:gd name="T6" fmla="*/ 0 w 66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6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6" y="208"/>
                        <a:pt x="66" y="149"/>
                      </a:cubicBezTo>
                      <a:cubicBezTo>
                        <a:pt x="66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63" name="Line 70">
                  <a:extLst>
                    <a:ext uri="{FF2B5EF4-FFF2-40B4-BE49-F238E27FC236}">
                      <a16:creationId xmlns:a16="http://schemas.microsoft.com/office/drawing/2014/main" id="{27B792DE-13EF-1B13-84C8-496D92E3C24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967908" y="2967038"/>
                  <a:ext cx="0" cy="932400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</p:grpSp>
      <p:pic>
        <p:nvPicPr>
          <p:cNvPr id="4" name="Immagine 3">
            <a:extLst>
              <a:ext uri="{FF2B5EF4-FFF2-40B4-BE49-F238E27FC236}">
                <a16:creationId xmlns:a16="http://schemas.microsoft.com/office/drawing/2014/main" id="{B7C7028D-D354-9780-AA6F-24BDDFE5F1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930" b="9375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8155" y="75582"/>
            <a:ext cx="859971" cy="489228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EEF802DF-F431-381E-43DE-80BAC7169C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930" b="9375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6582" y="95685"/>
            <a:ext cx="859971" cy="489228"/>
          </a:xfrm>
          <a:prstGeom prst="rect">
            <a:avLst/>
          </a:prstGeom>
        </p:spPr>
      </p:pic>
      <p:pic>
        <p:nvPicPr>
          <p:cNvPr id="7" name="Segnaposto contenuto 6">
            <a:extLst>
              <a:ext uri="{FF2B5EF4-FFF2-40B4-BE49-F238E27FC236}">
                <a16:creationId xmlns:a16="http://schemas.microsoft.com/office/drawing/2014/main" id="{CA6B02D4-9B86-64C5-11E7-A50831E54C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3836462" y="732637"/>
            <a:ext cx="4402647" cy="4280758"/>
          </a:xfrm>
          <a:prstGeom prst="rect">
            <a:avLst/>
          </a:prstGeom>
        </p:spPr>
      </p:pic>
      <p:sp>
        <p:nvSpPr>
          <p:cNvPr id="9" name="Segnaposto contenuto 6">
            <a:extLst>
              <a:ext uri="{FF2B5EF4-FFF2-40B4-BE49-F238E27FC236}">
                <a16:creationId xmlns:a16="http://schemas.microsoft.com/office/drawing/2014/main" id="{276544BD-FACD-9237-DE9A-0E3DB8175448}"/>
              </a:ext>
            </a:extLst>
          </p:cNvPr>
          <p:cNvSpPr txBox="1">
            <a:spLocks/>
          </p:cNvSpPr>
          <p:nvPr/>
        </p:nvSpPr>
        <p:spPr>
          <a:xfrm>
            <a:off x="392242" y="5208215"/>
            <a:ext cx="11407515" cy="18521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60000" indent="-3600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Clr>
                <a:schemeClr val="accent3"/>
              </a:buClr>
              <a:buFont typeface="Wingdings" panose="05000000000000000000" pitchFamily="2" charset="2"/>
              <a:buChar char=""/>
              <a:defRPr sz="2000" kern="1200" spc="50">
                <a:solidFill>
                  <a:schemeClr val="tx1">
                    <a:alpha val="6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60000" indent="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Tx/>
              <a:buNone/>
              <a:defRPr sz="2000" b="0" i="1" kern="1200" spc="50" baseline="0">
                <a:solidFill>
                  <a:schemeClr val="tx1">
                    <a:alpha val="6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080000" indent="-3600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chemeClr val="accent3"/>
              </a:buClr>
              <a:buFont typeface="Wingdings" panose="05000000000000000000" pitchFamily="2" charset="2"/>
              <a:buChar char=""/>
              <a:defRPr sz="2000" kern="1200" spc="50">
                <a:solidFill>
                  <a:schemeClr val="tx1">
                    <a:alpha val="6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80000" indent="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chemeClr val="accent3"/>
              </a:buClr>
              <a:buFontTx/>
              <a:buNone/>
              <a:defRPr sz="2000" b="0" i="1" kern="1200" spc="50" baseline="0">
                <a:solidFill>
                  <a:schemeClr val="tx1">
                    <a:alpha val="6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00000" indent="-3600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chemeClr val="accent3"/>
              </a:buClr>
              <a:buFont typeface="Wingdings" panose="05000000000000000000" pitchFamily="2" charset="2"/>
              <a:buChar char=""/>
              <a:defRPr sz="2000" kern="1200" spc="50">
                <a:solidFill>
                  <a:schemeClr val="tx1">
                    <a:alpha val="6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As a player, I want to be able to flee to escape from monsters.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As a player, I want to be able to reason with monsters, so I have an alternative to combat and gain advantages through intelligent choices.</a:t>
            </a: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DB8925F5-ED0F-8D1C-19BA-720EBE698B18}"/>
              </a:ext>
            </a:extLst>
          </p:cNvPr>
          <p:cNvSpPr txBox="1">
            <a:spLocks/>
          </p:cNvSpPr>
          <p:nvPr/>
        </p:nvSpPr>
        <p:spPr>
          <a:xfrm>
            <a:off x="2566945" y="73565"/>
            <a:ext cx="6468781" cy="578378"/>
          </a:xfrm>
          <a:prstGeom prst="rect">
            <a:avLst/>
          </a:prstGeom>
        </p:spPr>
        <p:txBody>
          <a:bodyPr vert="horz" wrap="square" lIns="91440" tIns="45720" rIns="91440" bIns="45720" rtlCol="0" anchor="b" anchorCtr="0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 cap="none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b="1" dirty="0"/>
              <a:t>SCHEMI UML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18502C8A-5494-5C8B-66DA-598D37CC6D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3" r="65644" b="3230"/>
          <a:stretch>
            <a:fillRect/>
          </a:stretch>
        </p:blipFill>
        <p:spPr>
          <a:xfrm>
            <a:off x="1038393" y="1082787"/>
            <a:ext cx="2185167" cy="9098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52" name="Immagine 51">
            <a:extLst>
              <a:ext uri="{FF2B5EF4-FFF2-40B4-BE49-F238E27FC236}">
                <a16:creationId xmlns:a16="http://schemas.microsoft.com/office/drawing/2014/main" id="{1BE8CC8D-32E9-6089-8A2A-89A449D622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57" t="-1" r="37161" b="-2388"/>
          <a:stretch>
            <a:fillRect/>
          </a:stretch>
        </p:blipFill>
        <p:spPr>
          <a:xfrm>
            <a:off x="1049111" y="2273860"/>
            <a:ext cx="2167564" cy="9627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54" name="Immagine 53">
            <a:extLst>
              <a:ext uri="{FF2B5EF4-FFF2-40B4-BE49-F238E27FC236}">
                <a16:creationId xmlns:a16="http://schemas.microsoft.com/office/drawing/2014/main" id="{1F638C55-9CC1-614E-2116-4532DE1DF1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839" r="6934"/>
          <a:stretch>
            <a:fillRect/>
          </a:stretch>
        </p:blipFill>
        <p:spPr>
          <a:xfrm>
            <a:off x="1010886" y="3473214"/>
            <a:ext cx="2212674" cy="94024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708265105"/>
      </p:ext>
    </p:extLst>
  </p:cSld>
  <p:clrMapOvr>
    <a:masterClrMapping/>
  </p:clrMapOvr>
  <p:transition spd="med">
    <p:pull dir="r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A130F7-C803-FE71-9B44-725459F89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5B4E3F8-8AC0-3E82-30D7-86A1F03280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69B14F-955B-1258-1082-7B38546D1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99766" y="716800"/>
            <a:ext cx="3838575" cy="5583025"/>
            <a:chOff x="199766" y="716800"/>
            <a:chExt cx="3838575" cy="5583025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5CD0929E-58AA-6AC2-0B4F-033C6B70C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2700000">
              <a:off x="890329" y="26237"/>
              <a:ext cx="2457450" cy="3838575"/>
              <a:chOff x="587376" y="280988"/>
              <a:chExt cx="2457450" cy="3838575"/>
            </a:xfrm>
          </p:grpSpPr>
          <p:sp>
            <p:nvSpPr>
              <p:cNvPr id="30" name="Freeform 64">
                <a:extLst>
                  <a:ext uri="{FF2B5EF4-FFF2-40B4-BE49-F238E27FC236}">
                    <a16:creationId xmlns:a16="http://schemas.microsoft.com/office/drawing/2014/main" id="{C8A7D631-11CC-7731-8EC4-7DC6A6EA0F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1443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1" name="Freeform 81">
                <a:extLst>
                  <a:ext uri="{FF2B5EF4-FFF2-40B4-BE49-F238E27FC236}">
                    <a16:creationId xmlns:a16="http://schemas.microsoft.com/office/drawing/2014/main" id="{59C832BB-732D-3421-0FD6-30D618DBD88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205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2" name="Freeform 61">
                <a:extLst>
                  <a:ext uri="{FF2B5EF4-FFF2-40B4-BE49-F238E27FC236}">
                    <a16:creationId xmlns:a16="http://schemas.microsoft.com/office/drawing/2014/main" id="{C821FCEA-1A09-7E60-B731-733454BAA24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1443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3" name="Freeform 78">
                <a:extLst>
                  <a:ext uri="{FF2B5EF4-FFF2-40B4-BE49-F238E27FC236}">
                    <a16:creationId xmlns:a16="http://schemas.microsoft.com/office/drawing/2014/main" id="{186A53B8-98C1-F533-B884-437DD50B7B3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205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4" name="Freeform 84">
                <a:extLst>
                  <a:ext uri="{FF2B5EF4-FFF2-40B4-BE49-F238E27FC236}">
                    <a16:creationId xmlns:a16="http://schemas.microsoft.com/office/drawing/2014/main" id="{DB173CEE-845D-866B-3E02-233C90E3E2D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967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5" name="Freeform 87">
                <a:extLst>
                  <a:ext uri="{FF2B5EF4-FFF2-40B4-BE49-F238E27FC236}">
                    <a16:creationId xmlns:a16="http://schemas.microsoft.com/office/drawing/2014/main" id="{21FB7AA6-890D-42BC-4CE5-490108ED4C1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967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6" name="Freeform 60">
                <a:extLst>
                  <a:ext uri="{FF2B5EF4-FFF2-40B4-BE49-F238E27FC236}">
                    <a16:creationId xmlns:a16="http://schemas.microsoft.com/office/drawing/2014/main" id="{F199FB64-6F49-9F6C-2456-D4D28D5129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80988"/>
                <a:ext cx="319088" cy="1419225"/>
              </a:xfrm>
              <a:custGeom>
                <a:avLst/>
                <a:gdLst>
                  <a:gd name="T0" fmla="*/ 0 w 67"/>
                  <a:gd name="T1" fmla="*/ 0 h 298"/>
                  <a:gd name="T2" fmla="*/ 0 w 67"/>
                  <a:gd name="T3" fmla="*/ 298 h 298"/>
                  <a:gd name="T4" fmla="*/ 67 w 67"/>
                  <a:gd name="T5" fmla="*/ 149 h 298"/>
                  <a:gd name="T6" fmla="*/ 0 w 67"/>
                  <a:gd name="T7" fmla="*/ 0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0"/>
                    </a:moveTo>
                    <a:cubicBezTo>
                      <a:pt x="0" y="298"/>
                      <a:pt x="0" y="298"/>
                      <a:pt x="0" y="298"/>
                    </a:cubicBezTo>
                    <a:cubicBezTo>
                      <a:pt x="41" y="261"/>
                      <a:pt x="67" y="208"/>
                      <a:pt x="67" y="149"/>
                    </a:cubicBezTo>
                    <a:cubicBezTo>
                      <a:pt x="67" y="89"/>
                      <a:pt x="41" y="36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27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7" name="Freeform 59">
                <a:extLst>
                  <a:ext uri="{FF2B5EF4-FFF2-40B4-BE49-F238E27FC236}">
                    <a16:creationId xmlns:a16="http://schemas.microsoft.com/office/drawing/2014/main" id="{781F0F43-BAC3-14CE-E408-B78DA896BA3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497013" y="280988"/>
                <a:ext cx="319088" cy="1419225"/>
              </a:xfrm>
              <a:custGeom>
                <a:avLst/>
                <a:gdLst>
                  <a:gd name="T0" fmla="*/ 0 w 67"/>
                  <a:gd name="T1" fmla="*/ 149 h 298"/>
                  <a:gd name="T2" fmla="*/ 67 w 67"/>
                  <a:gd name="T3" fmla="*/ 298 h 298"/>
                  <a:gd name="T4" fmla="*/ 67 w 67"/>
                  <a:gd name="T5" fmla="*/ 0 h 298"/>
                  <a:gd name="T6" fmla="*/ 0 w 67"/>
                  <a:gd name="T7" fmla="*/ 149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149"/>
                    </a:moveTo>
                    <a:cubicBezTo>
                      <a:pt x="0" y="208"/>
                      <a:pt x="26" y="261"/>
                      <a:pt x="67" y="298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26" y="36"/>
                      <a:pt x="0" y="89"/>
                      <a:pt x="0" y="149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8" name="Freeform 62">
                <a:extLst>
                  <a:ext uri="{FF2B5EF4-FFF2-40B4-BE49-F238E27FC236}">
                    <a16:creationId xmlns:a16="http://schemas.microsoft.com/office/drawing/2014/main" id="{4466FDF6-60AE-0054-473F-8CF33FF06B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1390651"/>
                <a:ext cx="1228725" cy="761999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  <p:sp>
            <p:nvSpPr>
              <p:cNvPr id="39" name="Freeform 65">
                <a:extLst>
                  <a:ext uri="{FF2B5EF4-FFF2-40B4-BE49-F238E27FC236}">
                    <a16:creationId xmlns:a16="http://schemas.microsoft.com/office/drawing/2014/main" id="{DE801DC2-A9E6-5A0E-A02D-2BEE730F12A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1362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0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40" name="Freeform 79">
                <a:extLst>
                  <a:ext uri="{FF2B5EF4-FFF2-40B4-BE49-F238E27FC236}">
                    <a16:creationId xmlns:a16="http://schemas.microsoft.com/office/drawing/2014/main" id="{D1261176-A3BA-9727-CB01-A96439E5469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124075"/>
                <a:ext cx="1228725" cy="790575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41" name="Freeform 82">
                <a:extLst>
                  <a:ext uri="{FF2B5EF4-FFF2-40B4-BE49-F238E27FC236}">
                    <a16:creationId xmlns:a16="http://schemas.microsoft.com/office/drawing/2014/main" id="{5F51E891-57F1-64B3-7FED-A1DC31B14A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124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42" name="Freeform 85">
                <a:extLst>
                  <a:ext uri="{FF2B5EF4-FFF2-40B4-BE49-F238E27FC236}">
                    <a16:creationId xmlns:a16="http://schemas.microsoft.com/office/drawing/2014/main" id="{8388DA68-29CA-F4D7-5851-04E3159B68F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886075"/>
                <a:ext cx="1228725" cy="790575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43" name="Freeform 88">
                <a:extLst>
                  <a:ext uri="{FF2B5EF4-FFF2-40B4-BE49-F238E27FC236}">
                    <a16:creationId xmlns:a16="http://schemas.microsoft.com/office/drawing/2014/main" id="{C7E088FB-3C94-AFD1-BE09-D74AF5DE95E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886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grpSp>
            <p:nvGrpSpPr>
              <p:cNvPr id="44" name="Group 43">
                <a:extLst>
                  <a:ext uri="{FF2B5EF4-FFF2-40B4-BE49-F238E27FC236}">
                    <a16:creationId xmlns:a16="http://schemas.microsoft.com/office/drawing/2014/main" id="{240EA515-E3D8-92F7-6824-09A3CB64E9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587376" y="280988"/>
                <a:ext cx="2457450" cy="3838575"/>
                <a:chOff x="587376" y="280988"/>
                <a:chExt cx="2457450" cy="3838575"/>
              </a:xfrm>
            </p:grpSpPr>
            <p:sp>
              <p:nvSpPr>
                <p:cNvPr id="45" name="Line 63">
                  <a:extLst>
                    <a:ext uri="{FF2B5EF4-FFF2-40B4-BE49-F238E27FC236}">
                      <a16:creationId xmlns:a16="http://schemas.microsoft.com/office/drawing/2014/main" id="{A656BD24-5A5F-0523-4694-BF07A4953E0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1443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6" name="Line 66">
                  <a:extLst>
                    <a:ext uri="{FF2B5EF4-FFF2-40B4-BE49-F238E27FC236}">
                      <a16:creationId xmlns:a16="http://schemas.microsoft.com/office/drawing/2014/main" id="{63ECA87C-EA38-226B-0DF4-E70D5F2287A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1443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7" name="Line 67">
                  <a:extLst>
                    <a:ext uri="{FF2B5EF4-FFF2-40B4-BE49-F238E27FC236}">
                      <a16:creationId xmlns:a16="http://schemas.microsoft.com/office/drawing/2014/main" id="{88C8CD01-E27E-804A-7AA7-94CE301ECF2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80988"/>
                  <a:ext cx="0" cy="3838575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8" name="Line 80">
                  <a:extLst>
                    <a:ext uri="{FF2B5EF4-FFF2-40B4-BE49-F238E27FC236}">
                      <a16:creationId xmlns:a16="http://schemas.microsoft.com/office/drawing/2014/main" id="{6147F06E-CA69-E57B-756B-809EFDBE625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205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9" name="Line 83">
                  <a:extLst>
                    <a:ext uri="{FF2B5EF4-FFF2-40B4-BE49-F238E27FC236}">
                      <a16:creationId xmlns:a16="http://schemas.microsoft.com/office/drawing/2014/main" id="{DD1AE0E1-18B0-540B-CA6D-67D249BA728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205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50" name="Line 86">
                  <a:extLst>
                    <a:ext uri="{FF2B5EF4-FFF2-40B4-BE49-F238E27FC236}">
                      <a16:creationId xmlns:a16="http://schemas.microsoft.com/office/drawing/2014/main" id="{8C995828-86BF-B281-E353-603EDF1117A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967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51" name="Line 89">
                  <a:extLst>
                    <a:ext uri="{FF2B5EF4-FFF2-40B4-BE49-F238E27FC236}">
                      <a16:creationId xmlns:a16="http://schemas.microsoft.com/office/drawing/2014/main" id="{F512F1C0-09CD-7057-CA99-EBFC043ACCB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967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E653CB6-DC0C-E338-1458-D8995D0978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3500000">
              <a:off x="480743" y="3311698"/>
              <a:ext cx="1785984" cy="2211229"/>
              <a:chOff x="3125006" y="3171595"/>
              <a:chExt cx="1785984" cy="2211229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2F6828A3-A226-C1E4-ACAE-4A3A010ADB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36819" y="3174345"/>
                <a:ext cx="1760933" cy="2208479"/>
                <a:chOff x="4749017" y="2998646"/>
                <a:chExt cx="1760933" cy="2208479"/>
              </a:xfrm>
            </p:grpSpPr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1447D798-641D-0EE7-05EB-340AF3F2E38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flipH="1">
                  <a:off x="5630197" y="2998646"/>
                  <a:ext cx="0" cy="2208479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D04F6D6A-9AD4-730A-97BC-D1DFCA359B2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rot="10800000" flipH="1">
                  <a:off x="4749017" y="4416771"/>
                  <a:ext cx="1760933" cy="0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" name="Rectangle 30">
                  <a:extLst>
                    <a:ext uri="{FF2B5EF4-FFF2-40B4-BE49-F238E27FC236}">
                      <a16:creationId xmlns:a16="http://schemas.microsoft.com/office/drawing/2014/main" id="{74452BCD-A525-4542-C426-A69E2C94575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136242" y="3224252"/>
                  <a:ext cx="987915" cy="987915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" name="Rectangle 30">
                  <a:extLst>
                    <a:ext uri="{FF2B5EF4-FFF2-40B4-BE49-F238E27FC236}">
                      <a16:creationId xmlns:a16="http://schemas.microsoft.com/office/drawing/2014/main" id="{CFD8D55F-B33F-2480-A607-79A3D0BDD1E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327037" y="3070731"/>
                  <a:ext cx="606323" cy="606323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6F60F66A-9F8A-2400-9CEA-D1D82C0AE2C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25006" y="3171595"/>
                <a:ext cx="1785984" cy="1799739"/>
                <a:chOff x="6879836" y="3516901"/>
                <a:chExt cx="1785984" cy="1799739"/>
              </a:xfrm>
            </p:grpSpPr>
            <p:sp>
              <p:nvSpPr>
                <p:cNvPr id="24" name="Freeform: Shape 23">
                  <a:extLst>
                    <a:ext uri="{FF2B5EF4-FFF2-40B4-BE49-F238E27FC236}">
                      <a16:creationId xmlns:a16="http://schemas.microsoft.com/office/drawing/2014/main" id="{98A0D802-1E24-8F6E-7E92-D084E53BD3C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6879836" y="3521665"/>
                  <a:ext cx="892801" cy="1794975"/>
                </a:xfrm>
                <a:custGeom>
                  <a:avLst/>
                  <a:gdLst>
                    <a:gd name="connsiteX0" fmla="*/ 892801 w 892801"/>
                    <a:gd name="connsiteY0" fmla="*/ 0 h 1794975"/>
                    <a:gd name="connsiteX1" fmla="*/ 892801 w 892801"/>
                    <a:gd name="connsiteY1" fmla="*/ 1434622 h 1794975"/>
                    <a:gd name="connsiteX2" fmla="*/ 845919 w 892801"/>
                    <a:gd name="connsiteY2" fmla="*/ 1533379 h 1794975"/>
                    <a:gd name="connsiteX3" fmla="*/ 440820 w 892801"/>
                    <a:gd name="connsiteY3" fmla="*/ 1794916 h 1794975"/>
                    <a:gd name="connsiteX4" fmla="*/ 379878 w 892801"/>
                    <a:gd name="connsiteY4" fmla="*/ 1791253 h 1794975"/>
                    <a:gd name="connsiteX5" fmla="*/ 763083 w 892801"/>
                    <a:gd name="connsiteY5" fmla="*/ 100140 h 1794975"/>
                    <a:gd name="connsiteX6" fmla="*/ 892801 w 892801"/>
                    <a:gd name="connsiteY6" fmla="*/ 0 h 1794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92801" h="1794975">
                      <a:moveTo>
                        <a:pt x="892801" y="0"/>
                      </a:moveTo>
                      <a:lnTo>
                        <a:pt x="892801" y="1434622"/>
                      </a:lnTo>
                      <a:lnTo>
                        <a:pt x="845919" y="1533379"/>
                      </a:lnTo>
                      <a:cubicBezTo>
                        <a:pt x="735106" y="1711682"/>
                        <a:pt x="584368" y="1792418"/>
                        <a:pt x="440820" y="1794916"/>
                      </a:cubicBezTo>
                      <a:cubicBezTo>
                        <a:pt x="420314" y="1795273"/>
                        <a:pt x="399954" y="1794033"/>
                        <a:pt x="379878" y="1791253"/>
                      </a:cubicBezTo>
                      <a:cubicBezTo>
                        <a:pt x="-41718" y="1732871"/>
                        <a:pt x="-338017" y="995203"/>
                        <a:pt x="763083" y="100140"/>
                      </a:cubicBezTo>
                      <a:lnTo>
                        <a:pt x="89280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" name="Freeform: Shape 24">
                  <a:extLst>
                    <a:ext uri="{FF2B5EF4-FFF2-40B4-BE49-F238E27FC236}">
                      <a16:creationId xmlns:a16="http://schemas.microsoft.com/office/drawing/2014/main" id="{E3629DB2-97EF-350D-7ED6-B5DD116EB4E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7772637" y="3516901"/>
                  <a:ext cx="893183" cy="1795123"/>
                </a:xfrm>
                <a:custGeom>
                  <a:avLst/>
                  <a:gdLst>
                    <a:gd name="connsiteX0" fmla="*/ 191 w 893183"/>
                    <a:gd name="connsiteY0" fmla="*/ 0 h 1795123"/>
                    <a:gd name="connsiteX1" fmla="*/ 130101 w 893183"/>
                    <a:gd name="connsiteY1" fmla="*/ 100288 h 1795123"/>
                    <a:gd name="connsiteX2" fmla="*/ 513306 w 893183"/>
                    <a:gd name="connsiteY2" fmla="*/ 1791401 h 1795123"/>
                    <a:gd name="connsiteX3" fmla="*/ 47265 w 893183"/>
                    <a:gd name="connsiteY3" fmla="*/ 1533527 h 1795123"/>
                    <a:gd name="connsiteX4" fmla="*/ 192 w 893183"/>
                    <a:gd name="connsiteY4" fmla="*/ 1434367 h 1795123"/>
                    <a:gd name="connsiteX5" fmla="*/ 192 w 893183"/>
                    <a:gd name="connsiteY5" fmla="*/ 1438981 h 1795123"/>
                    <a:gd name="connsiteX6" fmla="*/ 0 w 893183"/>
                    <a:gd name="connsiteY6" fmla="*/ 1439386 h 1795123"/>
                    <a:gd name="connsiteX7" fmla="*/ 0 w 893183"/>
                    <a:gd name="connsiteY7" fmla="*/ 4764 h 1795123"/>
                    <a:gd name="connsiteX8" fmla="*/ 191 w 893183"/>
                    <a:gd name="connsiteY8" fmla="*/ 4616 h 1795123"/>
                    <a:gd name="connsiteX9" fmla="*/ 191 w 893183"/>
                    <a:gd name="connsiteY9" fmla="*/ 0 h 1795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893183" h="1795123">
                      <a:moveTo>
                        <a:pt x="191" y="0"/>
                      </a:moveTo>
                      <a:lnTo>
                        <a:pt x="130101" y="100288"/>
                      </a:lnTo>
                      <a:cubicBezTo>
                        <a:pt x="1231201" y="995351"/>
                        <a:pt x="934902" y="1733019"/>
                        <a:pt x="513306" y="1791401"/>
                      </a:cubicBezTo>
                      <a:cubicBezTo>
                        <a:pt x="352699" y="1813642"/>
                        <a:pt x="173909" y="1737302"/>
                        <a:pt x="47265" y="1533527"/>
                      </a:cubicBezTo>
                      <a:lnTo>
                        <a:pt x="192" y="1434367"/>
                      </a:lnTo>
                      <a:lnTo>
                        <a:pt x="192" y="1438981"/>
                      </a:lnTo>
                      <a:lnTo>
                        <a:pt x="0" y="1439386"/>
                      </a:lnTo>
                      <a:lnTo>
                        <a:pt x="0" y="4764"/>
                      </a:lnTo>
                      <a:lnTo>
                        <a:pt x="191" y="4616"/>
                      </a:lnTo>
                      <a:lnTo>
                        <a:pt x="19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098C900-0A8B-7319-179C-8484C120F4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0800000">
              <a:off x="555957" y="5230097"/>
              <a:ext cx="641183" cy="1069728"/>
              <a:chOff x="6484112" y="2967038"/>
              <a:chExt cx="641183" cy="1069728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92930F05-FD33-F20D-680F-54AE515348F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6808136" y="2967038"/>
                <a:ext cx="317159" cy="932400"/>
                <a:chOff x="6808136" y="2967038"/>
                <a:chExt cx="317159" cy="932400"/>
              </a:xfrm>
            </p:grpSpPr>
            <p:sp>
              <p:nvSpPr>
                <p:cNvPr id="19" name="Freeform 68">
                  <a:extLst>
                    <a:ext uri="{FF2B5EF4-FFF2-40B4-BE49-F238E27FC236}">
                      <a16:creationId xmlns:a16="http://schemas.microsoft.com/office/drawing/2014/main" id="{78159D1D-8AFC-A4BF-825C-4AF877AB421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808136" y="2967038"/>
                  <a:ext cx="159772" cy="710627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0" name="Freeform 69">
                  <a:extLst>
                    <a:ext uri="{FF2B5EF4-FFF2-40B4-BE49-F238E27FC236}">
                      <a16:creationId xmlns:a16="http://schemas.microsoft.com/office/drawing/2014/main" id="{2FC6F06D-B425-C07E-F347-8AC626BA44B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967908" y="2967038"/>
                  <a:ext cx="157387" cy="710627"/>
                </a:xfrm>
                <a:custGeom>
                  <a:avLst/>
                  <a:gdLst>
                    <a:gd name="T0" fmla="*/ 0 w 66"/>
                    <a:gd name="T1" fmla="*/ 0 h 298"/>
                    <a:gd name="T2" fmla="*/ 0 w 66"/>
                    <a:gd name="T3" fmla="*/ 298 h 298"/>
                    <a:gd name="T4" fmla="*/ 66 w 66"/>
                    <a:gd name="T5" fmla="*/ 149 h 298"/>
                    <a:gd name="T6" fmla="*/ 0 w 66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6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6" y="208"/>
                        <a:pt x="66" y="149"/>
                      </a:cubicBezTo>
                      <a:cubicBezTo>
                        <a:pt x="66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1" name="Line 70">
                  <a:extLst>
                    <a:ext uri="{FF2B5EF4-FFF2-40B4-BE49-F238E27FC236}">
                      <a16:creationId xmlns:a16="http://schemas.microsoft.com/office/drawing/2014/main" id="{88CD2F89-4B7D-16C2-9478-B2CD8B7E414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967908" y="2967038"/>
                  <a:ext cx="0" cy="932400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8BC65799-A559-88AE-0FB5-8BAD65131BE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18900000" flipH="1">
                <a:off x="6484112" y="3104366"/>
                <a:ext cx="317159" cy="932400"/>
                <a:chOff x="6808136" y="2967038"/>
                <a:chExt cx="317159" cy="932400"/>
              </a:xfrm>
            </p:grpSpPr>
            <p:sp>
              <p:nvSpPr>
                <p:cNvPr id="16" name="Freeform 68">
                  <a:extLst>
                    <a:ext uri="{FF2B5EF4-FFF2-40B4-BE49-F238E27FC236}">
                      <a16:creationId xmlns:a16="http://schemas.microsoft.com/office/drawing/2014/main" id="{EC4A590F-53A9-6D6F-A3CC-131C340DCB0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808136" y="2967038"/>
                  <a:ext cx="159772" cy="710627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17" name="Freeform 69">
                  <a:extLst>
                    <a:ext uri="{FF2B5EF4-FFF2-40B4-BE49-F238E27FC236}">
                      <a16:creationId xmlns:a16="http://schemas.microsoft.com/office/drawing/2014/main" id="{41AE1604-A5BD-11B0-3550-F5F99E7D6CB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967908" y="2967038"/>
                  <a:ext cx="157387" cy="710627"/>
                </a:xfrm>
                <a:custGeom>
                  <a:avLst/>
                  <a:gdLst>
                    <a:gd name="T0" fmla="*/ 0 w 66"/>
                    <a:gd name="T1" fmla="*/ 0 h 298"/>
                    <a:gd name="T2" fmla="*/ 0 w 66"/>
                    <a:gd name="T3" fmla="*/ 298 h 298"/>
                    <a:gd name="T4" fmla="*/ 66 w 66"/>
                    <a:gd name="T5" fmla="*/ 149 h 298"/>
                    <a:gd name="T6" fmla="*/ 0 w 66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6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6" y="208"/>
                        <a:pt x="66" y="149"/>
                      </a:cubicBezTo>
                      <a:cubicBezTo>
                        <a:pt x="66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18" name="Line 70">
                  <a:extLst>
                    <a:ext uri="{FF2B5EF4-FFF2-40B4-BE49-F238E27FC236}">
                      <a16:creationId xmlns:a16="http://schemas.microsoft.com/office/drawing/2014/main" id="{9A5B0089-438E-CA7B-F53A-0A3470A598C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967908" y="2967038"/>
                  <a:ext cx="0" cy="932400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</p:grp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FAA187E-8D7D-0875-B829-97EF9A162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826000" y="2428148"/>
            <a:ext cx="5400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" name="Group 54">
            <a:extLst>
              <a:ext uri="{FF2B5EF4-FFF2-40B4-BE49-F238E27FC236}">
                <a16:creationId xmlns:a16="http://schemas.microsoft.com/office/drawing/2014/main" id="{11728C45-D74A-9C11-D7A1-0359D454F3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153659" y="716800"/>
            <a:ext cx="3838575" cy="5583025"/>
            <a:chOff x="199766" y="716800"/>
            <a:chExt cx="3838575" cy="5583025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1FD5FB7-C3FF-761D-FF16-7922D8F919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2700000">
              <a:off x="890329" y="26237"/>
              <a:ext cx="2457450" cy="3838575"/>
              <a:chOff x="587376" y="280988"/>
              <a:chExt cx="2457450" cy="3838575"/>
            </a:xfrm>
          </p:grpSpPr>
          <p:sp>
            <p:nvSpPr>
              <p:cNvPr id="75" name="Freeform 64">
                <a:extLst>
                  <a:ext uri="{FF2B5EF4-FFF2-40B4-BE49-F238E27FC236}">
                    <a16:creationId xmlns:a16="http://schemas.microsoft.com/office/drawing/2014/main" id="{1636F1E6-7804-0A1E-1DFA-D7946815E93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1443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6" name="Freeform 81">
                <a:extLst>
                  <a:ext uri="{FF2B5EF4-FFF2-40B4-BE49-F238E27FC236}">
                    <a16:creationId xmlns:a16="http://schemas.microsoft.com/office/drawing/2014/main" id="{6FE60A5A-39E2-2610-BCB8-23EB6CAD0E1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205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7" name="Freeform 61">
                <a:extLst>
                  <a:ext uri="{FF2B5EF4-FFF2-40B4-BE49-F238E27FC236}">
                    <a16:creationId xmlns:a16="http://schemas.microsoft.com/office/drawing/2014/main" id="{010E66C1-2FD9-FA12-4825-849D20A626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1443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8" name="Freeform 78">
                <a:extLst>
                  <a:ext uri="{FF2B5EF4-FFF2-40B4-BE49-F238E27FC236}">
                    <a16:creationId xmlns:a16="http://schemas.microsoft.com/office/drawing/2014/main" id="{3614C54C-191E-D787-09C9-A1ECB08A4F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205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9" name="Freeform 84">
                <a:extLst>
                  <a:ext uri="{FF2B5EF4-FFF2-40B4-BE49-F238E27FC236}">
                    <a16:creationId xmlns:a16="http://schemas.microsoft.com/office/drawing/2014/main" id="{457C2F7F-1432-31D5-9553-317E7EE928C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967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0" name="Freeform 87">
                <a:extLst>
                  <a:ext uri="{FF2B5EF4-FFF2-40B4-BE49-F238E27FC236}">
                    <a16:creationId xmlns:a16="http://schemas.microsoft.com/office/drawing/2014/main" id="{0DFB7F92-BEFA-18F5-9224-94AF9B9D27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967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1" name="Freeform 60">
                <a:extLst>
                  <a:ext uri="{FF2B5EF4-FFF2-40B4-BE49-F238E27FC236}">
                    <a16:creationId xmlns:a16="http://schemas.microsoft.com/office/drawing/2014/main" id="{05983D7F-0E08-39D4-2B30-0BC0075BF2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80988"/>
                <a:ext cx="319088" cy="1419225"/>
              </a:xfrm>
              <a:custGeom>
                <a:avLst/>
                <a:gdLst>
                  <a:gd name="T0" fmla="*/ 0 w 67"/>
                  <a:gd name="T1" fmla="*/ 0 h 298"/>
                  <a:gd name="T2" fmla="*/ 0 w 67"/>
                  <a:gd name="T3" fmla="*/ 298 h 298"/>
                  <a:gd name="T4" fmla="*/ 67 w 67"/>
                  <a:gd name="T5" fmla="*/ 149 h 298"/>
                  <a:gd name="T6" fmla="*/ 0 w 67"/>
                  <a:gd name="T7" fmla="*/ 0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0"/>
                    </a:moveTo>
                    <a:cubicBezTo>
                      <a:pt x="0" y="298"/>
                      <a:pt x="0" y="298"/>
                      <a:pt x="0" y="298"/>
                    </a:cubicBezTo>
                    <a:cubicBezTo>
                      <a:pt x="41" y="261"/>
                      <a:pt x="67" y="208"/>
                      <a:pt x="67" y="149"/>
                    </a:cubicBezTo>
                    <a:cubicBezTo>
                      <a:pt x="67" y="89"/>
                      <a:pt x="41" y="36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27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2" name="Freeform 59">
                <a:extLst>
                  <a:ext uri="{FF2B5EF4-FFF2-40B4-BE49-F238E27FC236}">
                    <a16:creationId xmlns:a16="http://schemas.microsoft.com/office/drawing/2014/main" id="{1BDFECFA-5A79-0FDB-520C-93AC9DFF83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497013" y="280988"/>
                <a:ext cx="319088" cy="1419225"/>
              </a:xfrm>
              <a:custGeom>
                <a:avLst/>
                <a:gdLst>
                  <a:gd name="T0" fmla="*/ 0 w 67"/>
                  <a:gd name="T1" fmla="*/ 149 h 298"/>
                  <a:gd name="T2" fmla="*/ 67 w 67"/>
                  <a:gd name="T3" fmla="*/ 298 h 298"/>
                  <a:gd name="T4" fmla="*/ 67 w 67"/>
                  <a:gd name="T5" fmla="*/ 0 h 298"/>
                  <a:gd name="T6" fmla="*/ 0 w 67"/>
                  <a:gd name="T7" fmla="*/ 149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149"/>
                    </a:moveTo>
                    <a:cubicBezTo>
                      <a:pt x="0" y="208"/>
                      <a:pt x="26" y="261"/>
                      <a:pt x="67" y="298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26" y="36"/>
                      <a:pt x="0" y="89"/>
                      <a:pt x="0" y="149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3" name="Freeform 62">
                <a:extLst>
                  <a:ext uri="{FF2B5EF4-FFF2-40B4-BE49-F238E27FC236}">
                    <a16:creationId xmlns:a16="http://schemas.microsoft.com/office/drawing/2014/main" id="{3B7A560C-4B33-3B91-2363-FC6434FFB84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1390651"/>
                <a:ext cx="1228725" cy="761999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  <p:sp>
            <p:nvSpPr>
              <p:cNvPr id="84" name="Freeform 65">
                <a:extLst>
                  <a:ext uri="{FF2B5EF4-FFF2-40B4-BE49-F238E27FC236}">
                    <a16:creationId xmlns:a16="http://schemas.microsoft.com/office/drawing/2014/main" id="{D32F1B97-DF17-745A-1AD8-AD96976A99D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1362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0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5" name="Freeform 79">
                <a:extLst>
                  <a:ext uri="{FF2B5EF4-FFF2-40B4-BE49-F238E27FC236}">
                    <a16:creationId xmlns:a16="http://schemas.microsoft.com/office/drawing/2014/main" id="{B20AD6AA-CB44-D95D-E2F3-71A46545152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124075"/>
                <a:ext cx="1228725" cy="790575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6" name="Freeform 82">
                <a:extLst>
                  <a:ext uri="{FF2B5EF4-FFF2-40B4-BE49-F238E27FC236}">
                    <a16:creationId xmlns:a16="http://schemas.microsoft.com/office/drawing/2014/main" id="{EC6450F1-3519-EFFB-F79B-3F139408253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124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7" name="Freeform 85">
                <a:extLst>
                  <a:ext uri="{FF2B5EF4-FFF2-40B4-BE49-F238E27FC236}">
                    <a16:creationId xmlns:a16="http://schemas.microsoft.com/office/drawing/2014/main" id="{7FDE456B-E1B8-EB25-2239-D0AFCD4D11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886075"/>
                <a:ext cx="1228725" cy="790575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8" name="Freeform 88">
                <a:extLst>
                  <a:ext uri="{FF2B5EF4-FFF2-40B4-BE49-F238E27FC236}">
                    <a16:creationId xmlns:a16="http://schemas.microsoft.com/office/drawing/2014/main" id="{CFA55D3F-C429-8AC5-1A66-EA9B53439DC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886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122B81DD-2D42-E462-4E66-89582B367D4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587376" y="280988"/>
                <a:ext cx="2457450" cy="3838575"/>
                <a:chOff x="587376" y="280988"/>
                <a:chExt cx="2457450" cy="3838575"/>
              </a:xfrm>
            </p:grpSpPr>
            <p:sp>
              <p:nvSpPr>
                <p:cNvPr id="90" name="Line 63">
                  <a:extLst>
                    <a:ext uri="{FF2B5EF4-FFF2-40B4-BE49-F238E27FC236}">
                      <a16:creationId xmlns:a16="http://schemas.microsoft.com/office/drawing/2014/main" id="{0B97D734-FE28-22D7-C1B2-9F1ED7F4B69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1443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1" name="Line 66">
                  <a:extLst>
                    <a:ext uri="{FF2B5EF4-FFF2-40B4-BE49-F238E27FC236}">
                      <a16:creationId xmlns:a16="http://schemas.microsoft.com/office/drawing/2014/main" id="{01FDA480-3E1A-A295-1FFA-064380D0B63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1443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2" name="Line 67">
                  <a:extLst>
                    <a:ext uri="{FF2B5EF4-FFF2-40B4-BE49-F238E27FC236}">
                      <a16:creationId xmlns:a16="http://schemas.microsoft.com/office/drawing/2014/main" id="{369E536B-E120-C24D-BDDB-28B30DB8C71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80988"/>
                  <a:ext cx="0" cy="3838575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3" name="Line 80">
                  <a:extLst>
                    <a:ext uri="{FF2B5EF4-FFF2-40B4-BE49-F238E27FC236}">
                      <a16:creationId xmlns:a16="http://schemas.microsoft.com/office/drawing/2014/main" id="{062EC9F9-E2B1-1601-612F-4B8F991F8AC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205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4" name="Line 83">
                  <a:extLst>
                    <a:ext uri="{FF2B5EF4-FFF2-40B4-BE49-F238E27FC236}">
                      <a16:creationId xmlns:a16="http://schemas.microsoft.com/office/drawing/2014/main" id="{5E4A1DFA-0E70-4EC7-648A-A22098751BF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205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5" name="Line 86">
                  <a:extLst>
                    <a:ext uri="{FF2B5EF4-FFF2-40B4-BE49-F238E27FC236}">
                      <a16:creationId xmlns:a16="http://schemas.microsoft.com/office/drawing/2014/main" id="{8051CBCC-ADCF-5DEA-50B3-20770732401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967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6" name="Line 89">
                  <a:extLst>
                    <a:ext uri="{FF2B5EF4-FFF2-40B4-BE49-F238E27FC236}">
                      <a16:creationId xmlns:a16="http://schemas.microsoft.com/office/drawing/2014/main" id="{5997022E-3198-4F26-D900-501A567EC4F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967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2DD80C4-38A8-383C-C2DB-52D325FE15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3500000">
              <a:off x="480743" y="3311698"/>
              <a:ext cx="1785984" cy="2211229"/>
              <a:chOff x="3125006" y="3171595"/>
              <a:chExt cx="1785984" cy="2211229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0323687C-56C6-3681-F38C-90F3025ACA5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36819" y="3174345"/>
                <a:ext cx="1760933" cy="2208479"/>
                <a:chOff x="4749017" y="2998646"/>
                <a:chExt cx="1760933" cy="2208479"/>
              </a:xfrm>
            </p:grpSpPr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9E1B1A36-6C79-F03F-C9C9-88644BA39E6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flipH="1">
                  <a:off x="5630197" y="2998646"/>
                  <a:ext cx="0" cy="2208479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35BB8FBB-84D2-AAEB-F361-BE5BAE53D28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rot="10800000" flipH="1">
                  <a:off x="4749017" y="4416771"/>
                  <a:ext cx="1760933" cy="0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3" name="Rectangle 30">
                  <a:extLst>
                    <a:ext uri="{FF2B5EF4-FFF2-40B4-BE49-F238E27FC236}">
                      <a16:creationId xmlns:a16="http://schemas.microsoft.com/office/drawing/2014/main" id="{4E7B1DE5-530A-391B-A7E4-73E7B5A0AA9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136242" y="3224252"/>
                  <a:ext cx="987915" cy="987915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" name="Rectangle 30">
                  <a:extLst>
                    <a:ext uri="{FF2B5EF4-FFF2-40B4-BE49-F238E27FC236}">
                      <a16:creationId xmlns:a16="http://schemas.microsoft.com/office/drawing/2014/main" id="{186F1ABA-1858-2A4E-C2B9-8972D587E19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327037" y="3070731"/>
                  <a:ext cx="606323" cy="606323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1C575DA2-E2F0-E319-B4E9-BF30EE0D6DB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25006" y="3171595"/>
                <a:ext cx="1785984" cy="1799739"/>
                <a:chOff x="6879836" y="3516901"/>
                <a:chExt cx="1785984" cy="1799739"/>
              </a:xfrm>
            </p:grpSpPr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60D50B15-58AA-F5DC-E33B-6FE3BD1AB95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6879836" y="3521665"/>
                  <a:ext cx="892801" cy="1794975"/>
                </a:xfrm>
                <a:custGeom>
                  <a:avLst/>
                  <a:gdLst>
                    <a:gd name="connsiteX0" fmla="*/ 892801 w 892801"/>
                    <a:gd name="connsiteY0" fmla="*/ 0 h 1794975"/>
                    <a:gd name="connsiteX1" fmla="*/ 892801 w 892801"/>
                    <a:gd name="connsiteY1" fmla="*/ 1434622 h 1794975"/>
                    <a:gd name="connsiteX2" fmla="*/ 845919 w 892801"/>
                    <a:gd name="connsiteY2" fmla="*/ 1533379 h 1794975"/>
                    <a:gd name="connsiteX3" fmla="*/ 440820 w 892801"/>
                    <a:gd name="connsiteY3" fmla="*/ 1794916 h 1794975"/>
                    <a:gd name="connsiteX4" fmla="*/ 379878 w 892801"/>
                    <a:gd name="connsiteY4" fmla="*/ 1791253 h 1794975"/>
                    <a:gd name="connsiteX5" fmla="*/ 763083 w 892801"/>
                    <a:gd name="connsiteY5" fmla="*/ 100140 h 1794975"/>
                    <a:gd name="connsiteX6" fmla="*/ 892801 w 892801"/>
                    <a:gd name="connsiteY6" fmla="*/ 0 h 1794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92801" h="1794975">
                      <a:moveTo>
                        <a:pt x="892801" y="0"/>
                      </a:moveTo>
                      <a:lnTo>
                        <a:pt x="892801" y="1434622"/>
                      </a:lnTo>
                      <a:lnTo>
                        <a:pt x="845919" y="1533379"/>
                      </a:lnTo>
                      <a:cubicBezTo>
                        <a:pt x="735106" y="1711682"/>
                        <a:pt x="584368" y="1792418"/>
                        <a:pt x="440820" y="1794916"/>
                      </a:cubicBezTo>
                      <a:cubicBezTo>
                        <a:pt x="420314" y="1795273"/>
                        <a:pt x="399954" y="1794033"/>
                        <a:pt x="379878" y="1791253"/>
                      </a:cubicBezTo>
                      <a:cubicBezTo>
                        <a:pt x="-41718" y="1732871"/>
                        <a:pt x="-338017" y="995203"/>
                        <a:pt x="763083" y="100140"/>
                      </a:cubicBezTo>
                      <a:lnTo>
                        <a:pt x="89280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0" name="Freeform: Shape 69">
                  <a:extLst>
                    <a:ext uri="{FF2B5EF4-FFF2-40B4-BE49-F238E27FC236}">
                      <a16:creationId xmlns:a16="http://schemas.microsoft.com/office/drawing/2014/main" id="{868C728F-BCF7-1062-A930-32D96422063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7772637" y="3516901"/>
                  <a:ext cx="893183" cy="1795123"/>
                </a:xfrm>
                <a:custGeom>
                  <a:avLst/>
                  <a:gdLst>
                    <a:gd name="connsiteX0" fmla="*/ 191 w 893183"/>
                    <a:gd name="connsiteY0" fmla="*/ 0 h 1795123"/>
                    <a:gd name="connsiteX1" fmla="*/ 130101 w 893183"/>
                    <a:gd name="connsiteY1" fmla="*/ 100288 h 1795123"/>
                    <a:gd name="connsiteX2" fmla="*/ 513306 w 893183"/>
                    <a:gd name="connsiteY2" fmla="*/ 1791401 h 1795123"/>
                    <a:gd name="connsiteX3" fmla="*/ 47265 w 893183"/>
                    <a:gd name="connsiteY3" fmla="*/ 1533527 h 1795123"/>
                    <a:gd name="connsiteX4" fmla="*/ 192 w 893183"/>
                    <a:gd name="connsiteY4" fmla="*/ 1434367 h 1795123"/>
                    <a:gd name="connsiteX5" fmla="*/ 192 w 893183"/>
                    <a:gd name="connsiteY5" fmla="*/ 1438981 h 1795123"/>
                    <a:gd name="connsiteX6" fmla="*/ 0 w 893183"/>
                    <a:gd name="connsiteY6" fmla="*/ 1439386 h 1795123"/>
                    <a:gd name="connsiteX7" fmla="*/ 0 w 893183"/>
                    <a:gd name="connsiteY7" fmla="*/ 4764 h 1795123"/>
                    <a:gd name="connsiteX8" fmla="*/ 191 w 893183"/>
                    <a:gd name="connsiteY8" fmla="*/ 4616 h 1795123"/>
                    <a:gd name="connsiteX9" fmla="*/ 191 w 893183"/>
                    <a:gd name="connsiteY9" fmla="*/ 0 h 1795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893183" h="1795123">
                      <a:moveTo>
                        <a:pt x="191" y="0"/>
                      </a:moveTo>
                      <a:lnTo>
                        <a:pt x="130101" y="100288"/>
                      </a:lnTo>
                      <a:cubicBezTo>
                        <a:pt x="1231201" y="995351"/>
                        <a:pt x="934902" y="1733019"/>
                        <a:pt x="513306" y="1791401"/>
                      </a:cubicBezTo>
                      <a:cubicBezTo>
                        <a:pt x="352699" y="1813642"/>
                        <a:pt x="173909" y="1737302"/>
                        <a:pt x="47265" y="1533527"/>
                      </a:cubicBezTo>
                      <a:lnTo>
                        <a:pt x="192" y="1434367"/>
                      </a:lnTo>
                      <a:lnTo>
                        <a:pt x="192" y="1438981"/>
                      </a:lnTo>
                      <a:lnTo>
                        <a:pt x="0" y="1439386"/>
                      </a:lnTo>
                      <a:lnTo>
                        <a:pt x="0" y="4764"/>
                      </a:lnTo>
                      <a:lnTo>
                        <a:pt x="191" y="4616"/>
                      </a:lnTo>
                      <a:lnTo>
                        <a:pt x="19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12911F31-6DE9-94EC-7166-EFC582F3D5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0800000">
              <a:off x="555957" y="5230097"/>
              <a:ext cx="641183" cy="1069728"/>
              <a:chOff x="6484112" y="2967038"/>
              <a:chExt cx="641183" cy="1069728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588C79C5-D03F-6829-0EFC-9C91B83A8AF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6808136" y="2967038"/>
                <a:ext cx="317159" cy="932400"/>
                <a:chOff x="6808136" y="2967038"/>
                <a:chExt cx="317159" cy="932400"/>
              </a:xfrm>
            </p:grpSpPr>
            <p:sp>
              <p:nvSpPr>
                <p:cNvPr id="64" name="Freeform 68">
                  <a:extLst>
                    <a:ext uri="{FF2B5EF4-FFF2-40B4-BE49-F238E27FC236}">
                      <a16:creationId xmlns:a16="http://schemas.microsoft.com/office/drawing/2014/main" id="{F3E549C8-11DC-48C0-F8F7-2C88BBE36A9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808136" y="2967038"/>
                  <a:ext cx="159772" cy="710627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65" name="Freeform 69">
                  <a:extLst>
                    <a:ext uri="{FF2B5EF4-FFF2-40B4-BE49-F238E27FC236}">
                      <a16:creationId xmlns:a16="http://schemas.microsoft.com/office/drawing/2014/main" id="{3F5DBFB1-3238-D669-4E64-82D3748FAFB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967908" y="2967038"/>
                  <a:ext cx="157387" cy="710627"/>
                </a:xfrm>
                <a:custGeom>
                  <a:avLst/>
                  <a:gdLst>
                    <a:gd name="T0" fmla="*/ 0 w 66"/>
                    <a:gd name="T1" fmla="*/ 0 h 298"/>
                    <a:gd name="T2" fmla="*/ 0 w 66"/>
                    <a:gd name="T3" fmla="*/ 298 h 298"/>
                    <a:gd name="T4" fmla="*/ 66 w 66"/>
                    <a:gd name="T5" fmla="*/ 149 h 298"/>
                    <a:gd name="T6" fmla="*/ 0 w 66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6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6" y="208"/>
                        <a:pt x="66" y="149"/>
                      </a:cubicBezTo>
                      <a:cubicBezTo>
                        <a:pt x="66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66" name="Line 70">
                  <a:extLst>
                    <a:ext uri="{FF2B5EF4-FFF2-40B4-BE49-F238E27FC236}">
                      <a16:creationId xmlns:a16="http://schemas.microsoft.com/office/drawing/2014/main" id="{74DAEE66-BA3E-FC55-96BF-6681E8F54A0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967908" y="2967038"/>
                  <a:ext cx="0" cy="932400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EF20647A-90BB-4FDE-F8FB-8122F0A0FD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18900000" flipH="1">
                <a:off x="6484112" y="3104366"/>
                <a:ext cx="317159" cy="932400"/>
                <a:chOff x="6808136" y="2967038"/>
                <a:chExt cx="317159" cy="932400"/>
              </a:xfrm>
            </p:grpSpPr>
            <p:sp>
              <p:nvSpPr>
                <p:cNvPr id="61" name="Freeform 68">
                  <a:extLst>
                    <a:ext uri="{FF2B5EF4-FFF2-40B4-BE49-F238E27FC236}">
                      <a16:creationId xmlns:a16="http://schemas.microsoft.com/office/drawing/2014/main" id="{9166D7C0-EC1E-5E1F-2231-B467E583ACF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808136" y="2967038"/>
                  <a:ext cx="159772" cy="710627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62" name="Freeform 69">
                  <a:extLst>
                    <a:ext uri="{FF2B5EF4-FFF2-40B4-BE49-F238E27FC236}">
                      <a16:creationId xmlns:a16="http://schemas.microsoft.com/office/drawing/2014/main" id="{765E1178-F3AA-338A-ADEC-7A05814DC3F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967908" y="2967038"/>
                  <a:ext cx="157387" cy="710627"/>
                </a:xfrm>
                <a:custGeom>
                  <a:avLst/>
                  <a:gdLst>
                    <a:gd name="T0" fmla="*/ 0 w 66"/>
                    <a:gd name="T1" fmla="*/ 0 h 298"/>
                    <a:gd name="T2" fmla="*/ 0 w 66"/>
                    <a:gd name="T3" fmla="*/ 298 h 298"/>
                    <a:gd name="T4" fmla="*/ 66 w 66"/>
                    <a:gd name="T5" fmla="*/ 149 h 298"/>
                    <a:gd name="T6" fmla="*/ 0 w 66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6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6" y="208"/>
                        <a:pt x="66" y="149"/>
                      </a:cubicBezTo>
                      <a:cubicBezTo>
                        <a:pt x="66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63" name="Line 70">
                  <a:extLst>
                    <a:ext uri="{FF2B5EF4-FFF2-40B4-BE49-F238E27FC236}">
                      <a16:creationId xmlns:a16="http://schemas.microsoft.com/office/drawing/2014/main" id="{7528D7B3-4AF8-E0C6-210D-61ED7774AF4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967908" y="2967038"/>
                  <a:ext cx="0" cy="932400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</p:grpSp>
      <p:pic>
        <p:nvPicPr>
          <p:cNvPr id="4" name="Immagine 3">
            <a:extLst>
              <a:ext uri="{FF2B5EF4-FFF2-40B4-BE49-F238E27FC236}">
                <a16:creationId xmlns:a16="http://schemas.microsoft.com/office/drawing/2014/main" id="{402A4EFF-14C1-DC7B-84E8-431A8F24E1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930" b="9375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8358" y="156200"/>
            <a:ext cx="859971" cy="489228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29324ABA-BEE4-E0E7-A26C-C87B81A237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930" b="9375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9177" y="181974"/>
            <a:ext cx="859971" cy="489228"/>
          </a:xfrm>
          <a:prstGeom prst="rect">
            <a:avLst/>
          </a:prstGeom>
        </p:spPr>
      </p:pic>
      <p:pic>
        <p:nvPicPr>
          <p:cNvPr id="52" name="Segnaposto contenuto 51">
            <a:extLst>
              <a:ext uri="{FF2B5EF4-FFF2-40B4-BE49-F238E27FC236}">
                <a16:creationId xmlns:a16="http://schemas.microsoft.com/office/drawing/2014/main" id="{8A28C0AC-CBEF-5726-9D42-9172BE3B04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3244689" y="953895"/>
            <a:ext cx="5136196" cy="4040188"/>
          </a:xfrm>
          <a:prstGeom prst="rect">
            <a:avLst/>
          </a:prstGeom>
        </p:spPr>
      </p:pic>
      <p:sp>
        <p:nvSpPr>
          <p:cNvPr id="54" name="Segnaposto contenuto 6">
            <a:extLst>
              <a:ext uri="{FF2B5EF4-FFF2-40B4-BE49-F238E27FC236}">
                <a16:creationId xmlns:a16="http://schemas.microsoft.com/office/drawing/2014/main" id="{67BFC725-F5B6-6505-B4A5-89CDA4240681}"/>
              </a:ext>
            </a:extLst>
          </p:cNvPr>
          <p:cNvSpPr txBox="1">
            <a:spLocks/>
          </p:cNvSpPr>
          <p:nvPr/>
        </p:nvSpPr>
        <p:spPr>
          <a:xfrm>
            <a:off x="746699" y="5326942"/>
            <a:ext cx="10525110" cy="13628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60000" indent="-3600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Clr>
                <a:schemeClr val="accent3"/>
              </a:buClr>
              <a:buFont typeface="Wingdings" panose="05000000000000000000" pitchFamily="2" charset="2"/>
              <a:buChar char=""/>
              <a:defRPr sz="2000" kern="1200" spc="50">
                <a:solidFill>
                  <a:schemeClr val="tx1">
                    <a:alpha val="6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60000" indent="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Tx/>
              <a:buNone/>
              <a:defRPr sz="2000" b="0" i="1" kern="1200" spc="50" baseline="0">
                <a:solidFill>
                  <a:schemeClr val="tx1">
                    <a:alpha val="6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080000" indent="-3600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chemeClr val="accent3"/>
              </a:buClr>
              <a:buFont typeface="Wingdings" panose="05000000000000000000" pitchFamily="2" charset="2"/>
              <a:buChar char=""/>
              <a:defRPr sz="2000" kern="1200" spc="50">
                <a:solidFill>
                  <a:schemeClr val="tx1">
                    <a:alpha val="6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80000" indent="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chemeClr val="accent3"/>
              </a:buClr>
              <a:buFontTx/>
              <a:buNone/>
              <a:defRPr sz="2000" b="0" i="1" kern="1200" spc="50" baseline="0">
                <a:solidFill>
                  <a:schemeClr val="tx1">
                    <a:alpha val="6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00000" indent="-3600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chemeClr val="accent3"/>
              </a:buClr>
              <a:buFont typeface="Wingdings" panose="05000000000000000000" pitchFamily="2" charset="2"/>
              <a:buChar char=""/>
              <a:defRPr sz="2000" kern="1200" spc="50">
                <a:solidFill>
                  <a:schemeClr val="tx1">
                    <a:alpha val="6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As a player, I want to view detailed ability statistics so I can plan my choices</a:t>
            </a: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847E251D-86A9-4E48-9682-914DD92A1DA1}"/>
              </a:ext>
            </a:extLst>
          </p:cNvPr>
          <p:cNvSpPr txBox="1">
            <a:spLocks/>
          </p:cNvSpPr>
          <p:nvPr/>
        </p:nvSpPr>
        <p:spPr>
          <a:xfrm>
            <a:off x="2591609" y="181880"/>
            <a:ext cx="6468781" cy="578378"/>
          </a:xfrm>
          <a:prstGeom prst="rect">
            <a:avLst/>
          </a:prstGeom>
        </p:spPr>
        <p:txBody>
          <a:bodyPr vert="horz" wrap="square" lIns="91440" tIns="45720" rIns="91440" bIns="45720" rtlCol="0" anchor="b" anchorCtr="0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 cap="none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b="1" dirty="0"/>
              <a:t>SCHEMI UML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65B52F3D-C455-D8BE-3327-6A8F10FF0C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061" b="8868"/>
          <a:stretch>
            <a:fillRect/>
          </a:stretch>
        </p:blipFill>
        <p:spPr>
          <a:xfrm>
            <a:off x="8296748" y="3919710"/>
            <a:ext cx="2001713" cy="10504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76512438"/>
      </p:ext>
    </p:extLst>
  </p:cSld>
  <p:clrMapOvr>
    <a:masterClrMapping/>
  </p:clrMapOvr>
  <p:transition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5152BE-B462-DEFF-7F3B-72C979185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A333AC0-E7A5-EF1B-78BC-5321EA4044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80C4AB1-1E02-D219-BF74-4E1CCB750A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99766" y="716800"/>
            <a:ext cx="3838575" cy="5583025"/>
            <a:chOff x="199766" y="716800"/>
            <a:chExt cx="3838575" cy="5583025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A43E233-2BE6-822B-1D7F-DCE43B392F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2700000">
              <a:off x="890329" y="26237"/>
              <a:ext cx="2457450" cy="3838575"/>
              <a:chOff x="587376" y="280988"/>
              <a:chExt cx="2457450" cy="3838575"/>
            </a:xfrm>
          </p:grpSpPr>
          <p:sp>
            <p:nvSpPr>
              <p:cNvPr id="30" name="Freeform 64">
                <a:extLst>
                  <a:ext uri="{FF2B5EF4-FFF2-40B4-BE49-F238E27FC236}">
                    <a16:creationId xmlns:a16="http://schemas.microsoft.com/office/drawing/2014/main" id="{7D9ADB29-C726-AE17-3219-8D087918887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1443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1" name="Freeform 81">
                <a:extLst>
                  <a:ext uri="{FF2B5EF4-FFF2-40B4-BE49-F238E27FC236}">
                    <a16:creationId xmlns:a16="http://schemas.microsoft.com/office/drawing/2014/main" id="{F33C93C5-0CC3-70B8-DC97-CC5BDA5ACA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205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2" name="Freeform 61">
                <a:extLst>
                  <a:ext uri="{FF2B5EF4-FFF2-40B4-BE49-F238E27FC236}">
                    <a16:creationId xmlns:a16="http://schemas.microsoft.com/office/drawing/2014/main" id="{7AAAF175-5689-B042-0BD3-B14A73B183E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1443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3" name="Freeform 78">
                <a:extLst>
                  <a:ext uri="{FF2B5EF4-FFF2-40B4-BE49-F238E27FC236}">
                    <a16:creationId xmlns:a16="http://schemas.microsoft.com/office/drawing/2014/main" id="{D06A5640-94C9-3027-5000-C1FE74C806A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205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4" name="Freeform 84">
                <a:extLst>
                  <a:ext uri="{FF2B5EF4-FFF2-40B4-BE49-F238E27FC236}">
                    <a16:creationId xmlns:a16="http://schemas.microsoft.com/office/drawing/2014/main" id="{48127656-6A40-10B8-6C70-DA0F7337B8D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967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5" name="Freeform 87">
                <a:extLst>
                  <a:ext uri="{FF2B5EF4-FFF2-40B4-BE49-F238E27FC236}">
                    <a16:creationId xmlns:a16="http://schemas.microsoft.com/office/drawing/2014/main" id="{FEA48C23-59C6-1EDA-C4B5-043B034A9F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967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6" name="Freeform 60">
                <a:extLst>
                  <a:ext uri="{FF2B5EF4-FFF2-40B4-BE49-F238E27FC236}">
                    <a16:creationId xmlns:a16="http://schemas.microsoft.com/office/drawing/2014/main" id="{E6AA2D1A-F596-70E9-A6CD-458FCF8909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80988"/>
                <a:ext cx="319088" cy="1419225"/>
              </a:xfrm>
              <a:custGeom>
                <a:avLst/>
                <a:gdLst>
                  <a:gd name="T0" fmla="*/ 0 w 67"/>
                  <a:gd name="T1" fmla="*/ 0 h 298"/>
                  <a:gd name="T2" fmla="*/ 0 w 67"/>
                  <a:gd name="T3" fmla="*/ 298 h 298"/>
                  <a:gd name="T4" fmla="*/ 67 w 67"/>
                  <a:gd name="T5" fmla="*/ 149 h 298"/>
                  <a:gd name="T6" fmla="*/ 0 w 67"/>
                  <a:gd name="T7" fmla="*/ 0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0"/>
                    </a:moveTo>
                    <a:cubicBezTo>
                      <a:pt x="0" y="298"/>
                      <a:pt x="0" y="298"/>
                      <a:pt x="0" y="298"/>
                    </a:cubicBezTo>
                    <a:cubicBezTo>
                      <a:pt x="41" y="261"/>
                      <a:pt x="67" y="208"/>
                      <a:pt x="67" y="149"/>
                    </a:cubicBezTo>
                    <a:cubicBezTo>
                      <a:pt x="67" y="89"/>
                      <a:pt x="41" y="36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27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7" name="Freeform 59">
                <a:extLst>
                  <a:ext uri="{FF2B5EF4-FFF2-40B4-BE49-F238E27FC236}">
                    <a16:creationId xmlns:a16="http://schemas.microsoft.com/office/drawing/2014/main" id="{7870822A-047D-9C35-C69E-C4677AFD15F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497013" y="280988"/>
                <a:ext cx="319088" cy="1419225"/>
              </a:xfrm>
              <a:custGeom>
                <a:avLst/>
                <a:gdLst>
                  <a:gd name="T0" fmla="*/ 0 w 67"/>
                  <a:gd name="T1" fmla="*/ 149 h 298"/>
                  <a:gd name="T2" fmla="*/ 67 w 67"/>
                  <a:gd name="T3" fmla="*/ 298 h 298"/>
                  <a:gd name="T4" fmla="*/ 67 w 67"/>
                  <a:gd name="T5" fmla="*/ 0 h 298"/>
                  <a:gd name="T6" fmla="*/ 0 w 67"/>
                  <a:gd name="T7" fmla="*/ 149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149"/>
                    </a:moveTo>
                    <a:cubicBezTo>
                      <a:pt x="0" y="208"/>
                      <a:pt x="26" y="261"/>
                      <a:pt x="67" y="298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26" y="36"/>
                      <a:pt x="0" y="89"/>
                      <a:pt x="0" y="149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38" name="Freeform 62">
                <a:extLst>
                  <a:ext uri="{FF2B5EF4-FFF2-40B4-BE49-F238E27FC236}">
                    <a16:creationId xmlns:a16="http://schemas.microsoft.com/office/drawing/2014/main" id="{59DF79EE-695A-7799-1307-F5AAACA2414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1390651"/>
                <a:ext cx="1228725" cy="761999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  <p:sp>
            <p:nvSpPr>
              <p:cNvPr id="39" name="Freeform 65">
                <a:extLst>
                  <a:ext uri="{FF2B5EF4-FFF2-40B4-BE49-F238E27FC236}">
                    <a16:creationId xmlns:a16="http://schemas.microsoft.com/office/drawing/2014/main" id="{7C9B4B92-4CFE-EA5D-EC37-C7679F8CEF4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1362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0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40" name="Freeform 79">
                <a:extLst>
                  <a:ext uri="{FF2B5EF4-FFF2-40B4-BE49-F238E27FC236}">
                    <a16:creationId xmlns:a16="http://schemas.microsoft.com/office/drawing/2014/main" id="{BBB03385-5109-38D1-967E-7EB909E9C5C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124075"/>
                <a:ext cx="1228725" cy="790575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41" name="Freeform 82">
                <a:extLst>
                  <a:ext uri="{FF2B5EF4-FFF2-40B4-BE49-F238E27FC236}">
                    <a16:creationId xmlns:a16="http://schemas.microsoft.com/office/drawing/2014/main" id="{BBEA6908-041C-4041-7973-3B50B2A56B1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124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42" name="Freeform 85">
                <a:extLst>
                  <a:ext uri="{FF2B5EF4-FFF2-40B4-BE49-F238E27FC236}">
                    <a16:creationId xmlns:a16="http://schemas.microsoft.com/office/drawing/2014/main" id="{CC8C26D1-2766-AF03-0F85-C48272EF6A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886075"/>
                <a:ext cx="1228725" cy="790575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43" name="Freeform 88">
                <a:extLst>
                  <a:ext uri="{FF2B5EF4-FFF2-40B4-BE49-F238E27FC236}">
                    <a16:creationId xmlns:a16="http://schemas.microsoft.com/office/drawing/2014/main" id="{9CE21502-36BB-104D-286D-DB5437366C9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886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grpSp>
            <p:nvGrpSpPr>
              <p:cNvPr id="44" name="Group 43">
                <a:extLst>
                  <a:ext uri="{FF2B5EF4-FFF2-40B4-BE49-F238E27FC236}">
                    <a16:creationId xmlns:a16="http://schemas.microsoft.com/office/drawing/2014/main" id="{9B84728C-C0B4-D488-1074-FA05876D7B6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587376" y="280988"/>
                <a:ext cx="2457450" cy="3838575"/>
                <a:chOff x="587376" y="280988"/>
                <a:chExt cx="2457450" cy="3838575"/>
              </a:xfrm>
            </p:grpSpPr>
            <p:sp>
              <p:nvSpPr>
                <p:cNvPr id="45" name="Line 63">
                  <a:extLst>
                    <a:ext uri="{FF2B5EF4-FFF2-40B4-BE49-F238E27FC236}">
                      <a16:creationId xmlns:a16="http://schemas.microsoft.com/office/drawing/2014/main" id="{0353C8A9-44CF-78C4-0A94-DCC5D0E42E0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1443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6" name="Line 66">
                  <a:extLst>
                    <a:ext uri="{FF2B5EF4-FFF2-40B4-BE49-F238E27FC236}">
                      <a16:creationId xmlns:a16="http://schemas.microsoft.com/office/drawing/2014/main" id="{B2FD9186-295C-2463-B2A3-0357F3ABCFA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1443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7" name="Line 67">
                  <a:extLst>
                    <a:ext uri="{FF2B5EF4-FFF2-40B4-BE49-F238E27FC236}">
                      <a16:creationId xmlns:a16="http://schemas.microsoft.com/office/drawing/2014/main" id="{319C7A9E-411C-C5E4-21F2-02660496998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80988"/>
                  <a:ext cx="0" cy="3838575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8" name="Line 80">
                  <a:extLst>
                    <a:ext uri="{FF2B5EF4-FFF2-40B4-BE49-F238E27FC236}">
                      <a16:creationId xmlns:a16="http://schemas.microsoft.com/office/drawing/2014/main" id="{8F244A17-D824-E257-49CD-A1981765F20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205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9" name="Line 83">
                  <a:extLst>
                    <a:ext uri="{FF2B5EF4-FFF2-40B4-BE49-F238E27FC236}">
                      <a16:creationId xmlns:a16="http://schemas.microsoft.com/office/drawing/2014/main" id="{554F60E5-9F70-79F9-7C15-119571AC08C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205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50" name="Line 86">
                  <a:extLst>
                    <a:ext uri="{FF2B5EF4-FFF2-40B4-BE49-F238E27FC236}">
                      <a16:creationId xmlns:a16="http://schemas.microsoft.com/office/drawing/2014/main" id="{8D49AA23-81E5-4297-E3D6-94EBD2E41E0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967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51" name="Line 89">
                  <a:extLst>
                    <a:ext uri="{FF2B5EF4-FFF2-40B4-BE49-F238E27FC236}">
                      <a16:creationId xmlns:a16="http://schemas.microsoft.com/office/drawing/2014/main" id="{A1167D60-07AA-6B14-ADD0-0354BC63B01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967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4D20D94-CF77-458C-82D6-6CCDFC62B1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3500000">
              <a:off x="480743" y="3311698"/>
              <a:ext cx="1785984" cy="2211229"/>
              <a:chOff x="3125006" y="3171595"/>
              <a:chExt cx="1785984" cy="2211229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130326DA-E1B1-E239-8AF7-C130A37CACA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36819" y="3174345"/>
                <a:ext cx="1760933" cy="2208479"/>
                <a:chOff x="4749017" y="2998646"/>
                <a:chExt cx="1760933" cy="2208479"/>
              </a:xfrm>
            </p:grpSpPr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D88E62C5-5514-6B11-41D9-04B1D318591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flipH="1">
                  <a:off x="5630197" y="2998646"/>
                  <a:ext cx="0" cy="2208479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EC97FFDF-275A-AA3A-7AF5-19A3E0E9554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rot="10800000" flipH="1">
                  <a:off x="4749017" y="4416771"/>
                  <a:ext cx="1760933" cy="0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" name="Rectangle 30">
                  <a:extLst>
                    <a:ext uri="{FF2B5EF4-FFF2-40B4-BE49-F238E27FC236}">
                      <a16:creationId xmlns:a16="http://schemas.microsoft.com/office/drawing/2014/main" id="{4F25180B-8528-C434-4111-53181F56112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136242" y="3224252"/>
                  <a:ext cx="987915" cy="987915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" name="Rectangle 30">
                  <a:extLst>
                    <a:ext uri="{FF2B5EF4-FFF2-40B4-BE49-F238E27FC236}">
                      <a16:creationId xmlns:a16="http://schemas.microsoft.com/office/drawing/2014/main" id="{23006371-B35A-99E7-F650-C11DA9DB034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327037" y="3070731"/>
                  <a:ext cx="606323" cy="606323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BAE4A39A-D499-859E-C6B5-AB977DCFFE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25006" y="3171595"/>
                <a:ext cx="1785984" cy="1799739"/>
                <a:chOff x="6879836" y="3516901"/>
                <a:chExt cx="1785984" cy="1799739"/>
              </a:xfrm>
            </p:grpSpPr>
            <p:sp>
              <p:nvSpPr>
                <p:cNvPr id="24" name="Freeform: Shape 23">
                  <a:extLst>
                    <a:ext uri="{FF2B5EF4-FFF2-40B4-BE49-F238E27FC236}">
                      <a16:creationId xmlns:a16="http://schemas.microsoft.com/office/drawing/2014/main" id="{704B1101-9910-3DDD-8FBE-7A35224C16C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6879836" y="3521665"/>
                  <a:ext cx="892801" cy="1794975"/>
                </a:xfrm>
                <a:custGeom>
                  <a:avLst/>
                  <a:gdLst>
                    <a:gd name="connsiteX0" fmla="*/ 892801 w 892801"/>
                    <a:gd name="connsiteY0" fmla="*/ 0 h 1794975"/>
                    <a:gd name="connsiteX1" fmla="*/ 892801 w 892801"/>
                    <a:gd name="connsiteY1" fmla="*/ 1434622 h 1794975"/>
                    <a:gd name="connsiteX2" fmla="*/ 845919 w 892801"/>
                    <a:gd name="connsiteY2" fmla="*/ 1533379 h 1794975"/>
                    <a:gd name="connsiteX3" fmla="*/ 440820 w 892801"/>
                    <a:gd name="connsiteY3" fmla="*/ 1794916 h 1794975"/>
                    <a:gd name="connsiteX4" fmla="*/ 379878 w 892801"/>
                    <a:gd name="connsiteY4" fmla="*/ 1791253 h 1794975"/>
                    <a:gd name="connsiteX5" fmla="*/ 763083 w 892801"/>
                    <a:gd name="connsiteY5" fmla="*/ 100140 h 1794975"/>
                    <a:gd name="connsiteX6" fmla="*/ 892801 w 892801"/>
                    <a:gd name="connsiteY6" fmla="*/ 0 h 1794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92801" h="1794975">
                      <a:moveTo>
                        <a:pt x="892801" y="0"/>
                      </a:moveTo>
                      <a:lnTo>
                        <a:pt x="892801" y="1434622"/>
                      </a:lnTo>
                      <a:lnTo>
                        <a:pt x="845919" y="1533379"/>
                      </a:lnTo>
                      <a:cubicBezTo>
                        <a:pt x="735106" y="1711682"/>
                        <a:pt x="584368" y="1792418"/>
                        <a:pt x="440820" y="1794916"/>
                      </a:cubicBezTo>
                      <a:cubicBezTo>
                        <a:pt x="420314" y="1795273"/>
                        <a:pt x="399954" y="1794033"/>
                        <a:pt x="379878" y="1791253"/>
                      </a:cubicBezTo>
                      <a:cubicBezTo>
                        <a:pt x="-41718" y="1732871"/>
                        <a:pt x="-338017" y="995203"/>
                        <a:pt x="763083" y="100140"/>
                      </a:cubicBezTo>
                      <a:lnTo>
                        <a:pt x="89280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" name="Freeform: Shape 24">
                  <a:extLst>
                    <a:ext uri="{FF2B5EF4-FFF2-40B4-BE49-F238E27FC236}">
                      <a16:creationId xmlns:a16="http://schemas.microsoft.com/office/drawing/2014/main" id="{A78E5FCD-41E1-6AEE-4D60-012EFE6C546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7772637" y="3516901"/>
                  <a:ext cx="893183" cy="1795123"/>
                </a:xfrm>
                <a:custGeom>
                  <a:avLst/>
                  <a:gdLst>
                    <a:gd name="connsiteX0" fmla="*/ 191 w 893183"/>
                    <a:gd name="connsiteY0" fmla="*/ 0 h 1795123"/>
                    <a:gd name="connsiteX1" fmla="*/ 130101 w 893183"/>
                    <a:gd name="connsiteY1" fmla="*/ 100288 h 1795123"/>
                    <a:gd name="connsiteX2" fmla="*/ 513306 w 893183"/>
                    <a:gd name="connsiteY2" fmla="*/ 1791401 h 1795123"/>
                    <a:gd name="connsiteX3" fmla="*/ 47265 w 893183"/>
                    <a:gd name="connsiteY3" fmla="*/ 1533527 h 1795123"/>
                    <a:gd name="connsiteX4" fmla="*/ 192 w 893183"/>
                    <a:gd name="connsiteY4" fmla="*/ 1434367 h 1795123"/>
                    <a:gd name="connsiteX5" fmla="*/ 192 w 893183"/>
                    <a:gd name="connsiteY5" fmla="*/ 1438981 h 1795123"/>
                    <a:gd name="connsiteX6" fmla="*/ 0 w 893183"/>
                    <a:gd name="connsiteY6" fmla="*/ 1439386 h 1795123"/>
                    <a:gd name="connsiteX7" fmla="*/ 0 w 893183"/>
                    <a:gd name="connsiteY7" fmla="*/ 4764 h 1795123"/>
                    <a:gd name="connsiteX8" fmla="*/ 191 w 893183"/>
                    <a:gd name="connsiteY8" fmla="*/ 4616 h 1795123"/>
                    <a:gd name="connsiteX9" fmla="*/ 191 w 893183"/>
                    <a:gd name="connsiteY9" fmla="*/ 0 h 1795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893183" h="1795123">
                      <a:moveTo>
                        <a:pt x="191" y="0"/>
                      </a:moveTo>
                      <a:lnTo>
                        <a:pt x="130101" y="100288"/>
                      </a:lnTo>
                      <a:cubicBezTo>
                        <a:pt x="1231201" y="995351"/>
                        <a:pt x="934902" y="1733019"/>
                        <a:pt x="513306" y="1791401"/>
                      </a:cubicBezTo>
                      <a:cubicBezTo>
                        <a:pt x="352699" y="1813642"/>
                        <a:pt x="173909" y="1737302"/>
                        <a:pt x="47265" y="1533527"/>
                      </a:cubicBezTo>
                      <a:lnTo>
                        <a:pt x="192" y="1434367"/>
                      </a:lnTo>
                      <a:lnTo>
                        <a:pt x="192" y="1438981"/>
                      </a:lnTo>
                      <a:lnTo>
                        <a:pt x="0" y="1439386"/>
                      </a:lnTo>
                      <a:lnTo>
                        <a:pt x="0" y="4764"/>
                      </a:lnTo>
                      <a:lnTo>
                        <a:pt x="191" y="4616"/>
                      </a:lnTo>
                      <a:lnTo>
                        <a:pt x="19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FE269DF-3D8D-72AF-92ED-B3730D37BD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0800000">
              <a:off x="555957" y="5230097"/>
              <a:ext cx="641183" cy="1069728"/>
              <a:chOff x="6484112" y="2967038"/>
              <a:chExt cx="641183" cy="1069728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5DC4C889-7F4D-2B4E-9DCF-347859F713E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6808136" y="2967038"/>
                <a:ext cx="317159" cy="932400"/>
                <a:chOff x="6808136" y="2967038"/>
                <a:chExt cx="317159" cy="932400"/>
              </a:xfrm>
            </p:grpSpPr>
            <p:sp>
              <p:nvSpPr>
                <p:cNvPr id="19" name="Freeform 68">
                  <a:extLst>
                    <a:ext uri="{FF2B5EF4-FFF2-40B4-BE49-F238E27FC236}">
                      <a16:creationId xmlns:a16="http://schemas.microsoft.com/office/drawing/2014/main" id="{967398D2-C837-CE60-ABE6-7C6A8D19D9C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808136" y="2967038"/>
                  <a:ext cx="159772" cy="710627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0" name="Freeform 69">
                  <a:extLst>
                    <a:ext uri="{FF2B5EF4-FFF2-40B4-BE49-F238E27FC236}">
                      <a16:creationId xmlns:a16="http://schemas.microsoft.com/office/drawing/2014/main" id="{0FBF6C5C-8045-4A30-2B57-1DDC2963143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967908" y="2967038"/>
                  <a:ext cx="157387" cy="710627"/>
                </a:xfrm>
                <a:custGeom>
                  <a:avLst/>
                  <a:gdLst>
                    <a:gd name="T0" fmla="*/ 0 w 66"/>
                    <a:gd name="T1" fmla="*/ 0 h 298"/>
                    <a:gd name="T2" fmla="*/ 0 w 66"/>
                    <a:gd name="T3" fmla="*/ 298 h 298"/>
                    <a:gd name="T4" fmla="*/ 66 w 66"/>
                    <a:gd name="T5" fmla="*/ 149 h 298"/>
                    <a:gd name="T6" fmla="*/ 0 w 66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6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6" y="208"/>
                        <a:pt x="66" y="149"/>
                      </a:cubicBezTo>
                      <a:cubicBezTo>
                        <a:pt x="66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1" name="Line 70">
                  <a:extLst>
                    <a:ext uri="{FF2B5EF4-FFF2-40B4-BE49-F238E27FC236}">
                      <a16:creationId xmlns:a16="http://schemas.microsoft.com/office/drawing/2014/main" id="{575F7F81-A127-946C-6BD8-EFF2087A01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967908" y="2967038"/>
                  <a:ext cx="0" cy="932400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CD404F1D-7ABC-BBE5-E50E-82359D8B60E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18900000" flipH="1">
                <a:off x="6484112" y="3104366"/>
                <a:ext cx="317159" cy="932400"/>
                <a:chOff x="6808136" y="2967038"/>
                <a:chExt cx="317159" cy="932400"/>
              </a:xfrm>
            </p:grpSpPr>
            <p:sp>
              <p:nvSpPr>
                <p:cNvPr id="16" name="Freeform 68">
                  <a:extLst>
                    <a:ext uri="{FF2B5EF4-FFF2-40B4-BE49-F238E27FC236}">
                      <a16:creationId xmlns:a16="http://schemas.microsoft.com/office/drawing/2014/main" id="{5C5670A5-42BC-6AA8-D3F8-242AF968978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808136" y="2967038"/>
                  <a:ext cx="159772" cy="710627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17" name="Freeform 69">
                  <a:extLst>
                    <a:ext uri="{FF2B5EF4-FFF2-40B4-BE49-F238E27FC236}">
                      <a16:creationId xmlns:a16="http://schemas.microsoft.com/office/drawing/2014/main" id="{871E2064-93D6-F38B-146D-D6158E987AC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967908" y="2967038"/>
                  <a:ext cx="157387" cy="710627"/>
                </a:xfrm>
                <a:custGeom>
                  <a:avLst/>
                  <a:gdLst>
                    <a:gd name="T0" fmla="*/ 0 w 66"/>
                    <a:gd name="T1" fmla="*/ 0 h 298"/>
                    <a:gd name="T2" fmla="*/ 0 w 66"/>
                    <a:gd name="T3" fmla="*/ 298 h 298"/>
                    <a:gd name="T4" fmla="*/ 66 w 66"/>
                    <a:gd name="T5" fmla="*/ 149 h 298"/>
                    <a:gd name="T6" fmla="*/ 0 w 66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6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6" y="208"/>
                        <a:pt x="66" y="149"/>
                      </a:cubicBezTo>
                      <a:cubicBezTo>
                        <a:pt x="66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18" name="Line 70">
                  <a:extLst>
                    <a:ext uri="{FF2B5EF4-FFF2-40B4-BE49-F238E27FC236}">
                      <a16:creationId xmlns:a16="http://schemas.microsoft.com/office/drawing/2014/main" id="{3EB7784C-DA86-1DCB-47B3-F498D7A16BD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967908" y="2967038"/>
                  <a:ext cx="0" cy="932400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</p:grp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6FBC71C-590C-CEB4-38D2-10C5F6ED36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826000" y="2428148"/>
            <a:ext cx="5400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73172AE-7E05-B70C-77E7-E5F81909B5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153659" y="716800"/>
            <a:ext cx="3838575" cy="5583025"/>
            <a:chOff x="199766" y="716800"/>
            <a:chExt cx="3838575" cy="5583025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3DA9762A-DDEF-4DC7-4489-A2686ED94D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2700000">
              <a:off x="890329" y="26237"/>
              <a:ext cx="2457450" cy="3838575"/>
              <a:chOff x="587376" y="280988"/>
              <a:chExt cx="2457450" cy="3838575"/>
            </a:xfrm>
          </p:grpSpPr>
          <p:sp>
            <p:nvSpPr>
              <p:cNvPr id="75" name="Freeform 64">
                <a:extLst>
                  <a:ext uri="{FF2B5EF4-FFF2-40B4-BE49-F238E27FC236}">
                    <a16:creationId xmlns:a16="http://schemas.microsoft.com/office/drawing/2014/main" id="{4D1EA78B-35CA-C43A-A813-4D5B08FF3FF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1443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6" name="Freeform 81">
                <a:extLst>
                  <a:ext uri="{FF2B5EF4-FFF2-40B4-BE49-F238E27FC236}">
                    <a16:creationId xmlns:a16="http://schemas.microsoft.com/office/drawing/2014/main" id="{3A3EF006-26FF-D7C1-1A80-25AC867094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205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7" name="Freeform 61">
                <a:extLst>
                  <a:ext uri="{FF2B5EF4-FFF2-40B4-BE49-F238E27FC236}">
                    <a16:creationId xmlns:a16="http://schemas.microsoft.com/office/drawing/2014/main" id="{DD5C9B56-2B61-CEAF-960C-A4D3D38769C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1443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8" name="Freeform 78">
                <a:extLst>
                  <a:ext uri="{FF2B5EF4-FFF2-40B4-BE49-F238E27FC236}">
                    <a16:creationId xmlns:a16="http://schemas.microsoft.com/office/drawing/2014/main" id="{13710DEE-8192-F64B-7DC3-E261825E38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205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9" name="Freeform 84">
                <a:extLst>
                  <a:ext uri="{FF2B5EF4-FFF2-40B4-BE49-F238E27FC236}">
                    <a16:creationId xmlns:a16="http://schemas.microsoft.com/office/drawing/2014/main" id="{5EE73C48-B46D-AD37-B39F-D2AF6E538A0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967038"/>
                <a:ext cx="1228725" cy="790575"/>
              </a:xfrm>
              <a:custGeom>
                <a:avLst/>
                <a:gdLst>
                  <a:gd name="T0" fmla="*/ 95 w 258"/>
                  <a:gd name="T1" fmla="*/ 132 h 166"/>
                  <a:gd name="T2" fmla="*/ 258 w 258"/>
                  <a:gd name="T3" fmla="*/ 149 h 166"/>
                  <a:gd name="T4" fmla="*/ 0 w 258"/>
                  <a:gd name="T5" fmla="*/ 0 h 166"/>
                  <a:gd name="T6" fmla="*/ 95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95" y="132"/>
                    </a:moveTo>
                    <a:cubicBezTo>
                      <a:pt x="147" y="162"/>
                      <a:pt x="206" y="166"/>
                      <a:pt x="258" y="14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54"/>
                      <a:pt x="44" y="102"/>
                      <a:pt x="95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0" name="Freeform 87">
                <a:extLst>
                  <a:ext uri="{FF2B5EF4-FFF2-40B4-BE49-F238E27FC236}">
                    <a16:creationId xmlns:a16="http://schemas.microsoft.com/office/drawing/2014/main" id="{C79D931D-BB38-F1D0-E295-2F6F95A9BD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967038"/>
                <a:ext cx="1228725" cy="790575"/>
              </a:xfrm>
              <a:custGeom>
                <a:avLst/>
                <a:gdLst>
                  <a:gd name="T0" fmla="*/ 162 w 258"/>
                  <a:gd name="T1" fmla="*/ 132 h 166"/>
                  <a:gd name="T2" fmla="*/ 258 w 258"/>
                  <a:gd name="T3" fmla="*/ 0 h 166"/>
                  <a:gd name="T4" fmla="*/ 0 w 258"/>
                  <a:gd name="T5" fmla="*/ 149 h 166"/>
                  <a:gd name="T6" fmla="*/ 162 w 258"/>
                  <a:gd name="T7" fmla="*/ 132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162" y="132"/>
                    </a:moveTo>
                    <a:cubicBezTo>
                      <a:pt x="214" y="102"/>
                      <a:pt x="247" y="54"/>
                      <a:pt x="258" y="0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52" y="166"/>
                      <a:pt x="111" y="162"/>
                      <a:pt x="162" y="13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1" name="Freeform 60">
                <a:extLst>
                  <a:ext uri="{FF2B5EF4-FFF2-40B4-BE49-F238E27FC236}">
                    <a16:creationId xmlns:a16="http://schemas.microsoft.com/office/drawing/2014/main" id="{C67B646A-70EE-DBED-6154-6BE8D778946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80988"/>
                <a:ext cx="319088" cy="1419225"/>
              </a:xfrm>
              <a:custGeom>
                <a:avLst/>
                <a:gdLst>
                  <a:gd name="T0" fmla="*/ 0 w 67"/>
                  <a:gd name="T1" fmla="*/ 0 h 298"/>
                  <a:gd name="T2" fmla="*/ 0 w 67"/>
                  <a:gd name="T3" fmla="*/ 298 h 298"/>
                  <a:gd name="T4" fmla="*/ 67 w 67"/>
                  <a:gd name="T5" fmla="*/ 149 h 298"/>
                  <a:gd name="T6" fmla="*/ 0 w 67"/>
                  <a:gd name="T7" fmla="*/ 0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0"/>
                    </a:moveTo>
                    <a:cubicBezTo>
                      <a:pt x="0" y="298"/>
                      <a:pt x="0" y="298"/>
                      <a:pt x="0" y="298"/>
                    </a:cubicBezTo>
                    <a:cubicBezTo>
                      <a:pt x="41" y="261"/>
                      <a:pt x="67" y="208"/>
                      <a:pt x="67" y="149"/>
                    </a:cubicBezTo>
                    <a:cubicBezTo>
                      <a:pt x="67" y="89"/>
                      <a:pt x="41" y="36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27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2" name="Freeform 59">
                <a:extLst>
                  <a:ext uri="{FF2B5EF4-FFF2-40B4-BE49-F238E27FC236}">
                    <a16:creationId xmlns:a16="http://schemas.microsoft.com/office/drawing/2014/main" id="{88556F95-7EAB-0F87-82CA-336A529DF1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497013" y="280988"/>
                <a:ext cx="319088" cy="1419225"/>
              </a:xfrm>
              <a:custGeom>
                <a:avLst/>
                <a:gdLst>
                  <a:gd name="T0" fmla="*/ 0 w 67"/>
                  <a:gd name="T1" fmla="*/ 149 h 298"/>
                  <a:gd name="T2" fmla="*/ 67 w 67"/>
                  <a:gd name="T3" fmla="*/ 298 h 298"/>
                  <a:gd name="T4" fmla="*/ 67 w 67"/>
                  <a:gd name="T5" fmla="*/ 0 h 298"/>
                  <a:gd name="T6" fmla="*/ 0 w 67"/>
                  <a:gd name="T7" fmla="*/ 149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149"/>
                    </a:moveTo>
                    <a:cubicBezTo>
                      <a:pt x="0" y="208"/>
                      <a:pt x="26" y="261"/>
                      <a:pt x="67" y="298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26" y="36"/>
                      <a:pt x="0" y="89"/>
                      <a:pt x="0" y="149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3" name="Freeform 62">
                <a:extLst>
                  <a:ext uri="{FF2B5EF4-FFF2-40B4-BE49-F238E27FC236}">
                    <a16:creationId xmlns:a16="http://schemas.microsoft.com/office/drawing/2014/main" id="{93D7AE35-7101-4F2F-FCD1-D5EFFF548CA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1390651"/>
                <a:ext cx="1228725" cy="761999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  <p:sp>
            <p:nvSpPr>
              <p:cNvPr id="84" name="Freeform 65">
                <a:extLst>
                  <a:ext uri="{FF2B5EF4-FFF2-40B4-BE49-F238E27FC236}">
                    <a16:creationId xmlns:a16="http://schemas.microsoft.com/office/drawing/2014/main" id="{9BA704F1-FE6A-0695-330C-8E1E99CD05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1362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0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5" name="Freeform 79">
                <a:extLst>
                  <a:ext uri="{FF2B5EF4-FFF2-40B4-BE49-F238E27FC236}">
                    <a16:creationId xmlns:a16="http://schemas.microsoft.com/office/drawing/2014/main" id="{D7E94523-78FE-2395-4475-1A4E1FE0117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124075"/>
                <a:ext cx="1228725" cy="790575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6" name="Freeform 82">
                <a:extLst>
                  <a:ext uri="{FF2B5EF4-FFF2-40B4-BE49-F238E27FC236}">
                    <a16:creationId xmlns:a16="http://schemas.microsoft.com/office/drawing/2014/main" id="{B8EF0EF1-7EF8-92F7-BC4B-FD630560511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124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7" name="Freeform 85">
                <a:extLst>
                  <a:ext uri="{FF2B5EF4-FFF2-40B4-BE49-F238E27FC236}">
                    <a16:creationId xmlns:a16="http://schemas.microsoft.com/office/drawing/2014/main" id="{4408DF49-0FF7-CB56-A1D2-975D6FE5D75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7376" y="2886075"/>
                <a:ext cx="1228725" cy="790575"/>
              </a:xfrm>
              <a:custGeom>
                <a:avLst/>
                <a:gdLst>
                  <a:gd name="T0" fmla="*/ 0 w 258"/>
                  <a:gd name="T1" fmla="*/ 17 h 166"/>
                  <a:gd name="T2" fmla="*/ 258 w 258"/>
                  <a:gd name="T3" fmla="*/ 166 h 166"/>
                  <a:gd name="T4" fmla="*/ 162 w 258"/>
                  <a:gd name="T5" fmla="*/ 34 h 166"/>
                  <a:gd name="T6" fmla="*/ 0 w 258"/>
                  <a:gd name="T7" fmla="*/ 1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7"/>
                    </a:moveTo>
                    <a:cubicBezTo>
                      <a:pt x="258" y="166"/>
                      <a:pt x="258" y="166"/>
                      <a:pt x="258" y="166"/>
                    </a:cubicBezTo>
                    <a:cubicBezTo>
                      <a:pt x="247" y="112"/>
                      <a:pt x="213" y="63"/>
                      <a:pt x="162" y="34"/>
                    </a:cubicBezTo>
                    <a:cubicBezTo>
                      <a:pt x="111" y="4"/>
                      <a:pt x="52" y="0"/>
                      <a:pt x="0" y="1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8" name="Freeform 88">
                <a:extLst>
                  <a:ext uri="{FF2B5EF4-FFF2-40B4-BE49-F238E27FC236}">
                    <a16:creationId xmlns:a16="http://schemas.microsoft.com/office/drawing/2014/main" id="{97866BED-D246-ABB9-CE20-DFB6EAD32E2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816101" y="2886075"/>
                <a:ext cx="1228725" cy="790575"/>
              </a:xfrm>
              <a:custGeom>
                <a:avLst/>
                <a:gdLst>
                  <a:gd name="T0" fmla="*/ 0 w 258"/>
                  <a:gd name="T1" fmla="*/ 166 h 166"/>
                  <a:gd name="T2" fmla="*/ 258 w 258"/>
                  <a:gd name="T3" fmla="*/ 17 h 166"/>
                  <a:gd name="T4" fmla="*/ 96 w 258"/>
                  <a:gd name="T5" fmla="*/ 34 h 166"/>
                  <a:gd name="T6" fmla="*/ 0 w 258"/>
                  <a:gd name="T7" fmla="*/ 166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8" h="166">
                    <a:moveTo>
                      <a:pt x="0" y="166"/>
                    </a:moveTo>
                    <a:cubicBezTo>
                      <a:pt x="258" y="17"/>
                      <a:pt x="258" y="17"/>
                      <a:pt x="258" y="17"/>
                    </a:cubicBezTo>
                    <a:cubicBezTo>
                      <a:pt x="206" y="0"/>
                      <a:pt x="147" y="4"/>
                      <a:pt x="96" y="34"/>
                    </a:cubicBezTo>
                    <a:cubicBezTo>
                      <a:pt x="44" y="63"/>
                      <a:pt x="11" y="112"/>
                      <a:pt x="0" y="1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08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EBFA2633-88D4-C0B6-2C92-6467E88EC51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587376" y="280988"/>
                <a:ext cx="2457450" cy="3838575"/>
                <a:chOff x="587376" y="280988"/>
                <a:chExt cx="2457450" cy="3838575"/>
              </a:xfrm>
            </p:grpSpPr>
            <p:sp>
              <p:nvSpPr>
                <p:cNvPr id="90" name="Line 63">
                  <a:extLst>
                    <a:ext uri="{FF2B5EF4-FFF2-40B4-BE49-F238E27FC236}">
                      <a16:creationId xmlns:a16="http://schemas.microsoft.com/office/drawing/2014/main" id="{7D32BCA9-4200-1DE6-56C9-9D3C43751B6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1443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1" name="Line 66">
                  <a:extLst>
                    <a:ext uri="{FF2B5EF4-FFF2-40B4-BE49-F238E27FC236}">
                      <a16:creationId xmlns:a16="http://schemas.microsoft.com/office/drawing/2014/main" id="{76707D2E-937C-FDB5-ECE9-9B3F0B827B4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1443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2" name="Line 67">
                  <a:extLst>
                    <a:ext uri="{FF2B5EF4-FFF2-40B4-BE49-F238E27FC236}">
                      <a16:creationId xmlns:a16="http://schemas.microsoft.com/office/drawing/2014/main" id="{E636F3C6-3700-C80C-3EAA-88A4110A849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80988"/>
                  <a:ext cx="0" cy="3838575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3" name="Line 80">
                  <a:extLst>
                    <a:ext uri="{FF2B5EF4-FFF2-40B4-BE49-F238E27FC236}">
                      <a16:creationId xmlns:a16="http://schemas.microsoft.com/office/drawing/2014/main" id="{F537570E-FE0F-A6F8-43CF-FB4A503620B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205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4" name="Line 83">
                  <a:extLst>
                    <a:ext uri="{FF2B5EF4-FFF2-40B4-BE49-F238E27FC236}">
                      <a16:creationId xmlns:a16="http://schemas.microsoft.com/office/drawing/2014/main" id="{7C7C1FCD-D61F-0F8F-7021-F674CC3D9DB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205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5" name="Line 86">
                  <a:extLst>
                    <a:ext uri="{FF2B5EF4-FFF2-40B4-BE49-F238E27FC236}">
                      <a16:creationId xmlns:a16="http://schemas.microsoft.com/office/drawing/2014/main" id="{1C0246E5-CBC5-9DBA-1D60-87D09C952BD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967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6" name="Line 89">
                  <a:extLst>
                    <a:ext uri="{FF2B5EF4-FFF2-40B4-BE49-F238E27FC236}">
                      <a16:creationId xmlns:a16="http://schemas.microsoft.com/office/drawing/2014/main" id="{3FFA4FAF-2240-1AB5-95E6-87A22FAAD5B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1816101" y="2967038"/>
                  <a:ext cx="1228725" cy="709613"/>
                </a:xfrm>
                <a:prstGeom prst="line">
                  <a:avLst/>
                </a:prstGeom>
                <a:noFill/>
                <a:ln w="12700" cap="rnd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2AB79BA-B5A9-1BC6-0927-062EAFE78C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3500000">
              <a:off x="480743" y="3311698"/>
              <a:ext cx="1785984" cy="2211229"/>
              <a:chOff x="3125006" y="3171595"/>
              <a:chExt cx="1785984" cy="2211229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19B2537F-BCEF-0772-71AA-233CEA171F4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36819" y="3174345"/>
                <a:ext cx="1760933" cy="2208479"/>
                <a:chOff x="4749017" y="2998646"/>
                <a:chExt cx="1760933" cy="2208479"/>
              </a:xfrm>
            </p:grpSpPr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D054D640-5F4A-100A-9F46-BBB290C2BD6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flipH="1">
                  <a:off x="5630197" y="2998646"/>
                  <a:ext cx="0" cy="2208479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F9433AA0-DACC-39CD-05B8-6FA3616DD13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rot="10800000" flipH="1">
                  <a:off x="4749017" y="4416771"/>
                  <a:ext cx="1760933" cy="0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3" name="Rectangle 30">
                  <a:extLst>
                    <a:ext uri="{FF2B5EF4-FFF2-40B4-BE49-F238E27FC236}">
                      <a16:creationId xmlns:a16="http://schemas.microsoft.com/office/drawing/2014/main" id="{7B10E6CE-2975-884A-6CA0-16020A7B732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136242" y="3224252"/>
                  <a:ext cx="987915" cy="987915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" name="Rectangle 30">
                  <a:extLst>
                    <a:ext uri="{FF2B5EF4-FFF2-40B4-BE49-F238E27FC236}">
                      <a16:creationId xmlns:a16="http://schemas.microsoft.com/office/drawing/2014/main" id="{8BF79D52-85FE-5273-1580-0434BA652EF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327037" y="3070731"/>
                  <a:ext cx="606323" cy="606323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DB9BBF96-765F-8706-2D87-C0937B30D40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25006" y="3171595"/>
                <a:ext cx="1785984" cy="1799739"/>
                <a:chOff x="6879836" y="3516901"/>
                <a:chExt cx="1785984" cy="1799739"/>
              </a:xfrm>
            </p:grpSpPr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065731A9-8A50-60B5-76EC-4E9E07F5CF1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6879836" y="3521665"/>
                  <a:ext cx="892801" cy="1794975"/>
                </a:xfrm>
                <a:custGeom>
                  <a:avLst/>
                  <a:gdLst>
                    <a:gd name="connsiteX0" fmla="*/ 892801 w 892801"/>
                    <a:gd name="connsiteY0" fmla="*/ 0 h 1794975"/>
                    <a:gd name="connsiteX1" fmla="*/ 892801 w 892801"/>
                    <a:gd name="connsiteY1" fmla="*/ 1434622 h 1794975"/>
                    <a:gd name="connsiteX2" fmla="*/ 845919 w 892801"/>
                    <a:gd name="connsiteY2" fmla="*/ 1533379 h 1794975"/>
                    <a:gd name="connsiteX3" fmla="*/ 440820 w 892801"/>
                    <a:gd name="connsiteY3" fmla="*/ 1794916 h 1794975"/>
                    <a:gd name="connsiteX4" fmla="*/ 379878 w 892801"/>
                    <a:gd name="connsiteY4" fmla="*/ 1791253 h 1794975"/>
                    <a:gd name="connsiteX5" fmla="*/ 763083 w 892801"/>
                    <a:gd name="connsiteY5" fmla="*/ 100140 h 1794975"/>
                    <a:gd name="connsiteX6" fmla="*/ 892801 w 892801"/>
                    <a:gd name="connsiteY6" fmla="*/ 0 h 1794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92801" h="1794975">
                      <a:moveTo>
                        <a:pt x="892801" y="0"/>
                      </a:moveTo>
                      <a:lnTo>
                        <a:pt x="892801" y="1434622"/>
                      </a:lnTo>
                      <a:lnTo>
                        <a:pt x="845919" y="1533379"/>
                      </a:lnTo>
                      <a:cubicBezTo>
                        <a:pt x="735106" y="1711682"/>
                        <a:pt x="584368" y="1792418"/>
                        <a:pt x="440820" y="1794916"/>
                      </a:cubicBezTo>
                      <a:cubicBezTo>
                        <a:pt x="420314" y="1795273"/>
                        <a:pt x="399954" y="1794033"/>
                        <a:pt x="379878" y="1791253"/>
                      </a:cubicBezTo>
                      <a:cubicBezTo>
                        <a:pt x="-41718" y="1732871"/>
                        <a:pt x="-338017" y="995203"/>
                        <a:pt x="763083" y="100140"/>
                      </a:cubicBezTo>
                      <a:lnTo>
                        <a:pt x="89280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0" name="Freeform: Shape 69">
                  <a:extLst>
                    <a:ext uri="{FF2B5EF4-FFF2-40B4-BE49-F238E27FC236}">
                      <a16:creationId xmlns:a16="http://schemas.microsoft.com/office/drawing/2014/main" id="{0A657ECF-A47C-B4D4-93FB-552DE1309C0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7772637" y="3516901"/>
                  <a:ext cx="893183" cy="1795123"/>
                </a:xfrm>
                <a:custGeom>
                  <a:avLst/>
                  <a:gdLst>
                    <a:gd name="connsiteX0" fmla="*/ 191 w 893183"/>
                    <a:gd name="connsiteY0" fmla="*/ 0 h 1795123"/>
                    <a:gd name="connsiteX1" fmla="*/ 130101 w 893183"/>
                    <a:gd name="connsiteY1" fmla="*/ 100288 h 1795123"/>
                    <a:gd name="connsiteX2" fmla="*/ 513306 w 893183"/>
                    <a:gd name="connsiteY2" fmla="*/ 1791401 h 1795123"/>
                    <a:gd name="connsiteX3" fmla="*/ 47265 w 893183"/>
                    <a:gd name="connsiteY3" fmla="*/ 1533527 h 1795123"/>
                    <a:gd name="connsiteX4" fmla="*/ 192 w 893183"/>
                    <a:gd name="connsiteY4" fmla="*/ 1434367 h 1795123"/>
                    <a:gd name="connsiteX5" fmla="*/ 192 w 893183"/>
                    <a:gd name="connsiteY5" fmla="*/ 1438981 h 1795123"/>
                    <a:gd name="connsiteX6" fmla="*/ 0 w 893183"/>
                    <a:gd name="connsiteY6" fmla="*/ 1439386 h 1795123"/>
                    <a:gd name="connsiteX7" fmla="*/ 0 w 893183"/>
                    <a:gd name="connsiteY7" fmla="*/ 4764 h 1795123"/>
                    <a:gd name="connsiteX8" fmla="*/ 191 w 893183"/>
                    <a:gd name="connsiteY8" fmla="*/ 4616 h 1795123"/>
                    <a:gd name="connsiteX9" fmla="*/ 191 w 893183"/>
                    <a:gd name="connsiteY9" fmla="*/ 0 h 1795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893183" h="1795123">
                      <a:moveTo>
                        <a:pt x="191" y="0"/>
                      </a:moveTo>
                      <a:lnTo>
                        <a:pt x="130101" y="100288"/>
                      </a:lnTo>
                      <a:cubicBezTo>
                        <a:pt x="1231201" y="995351"/>
                        <a:pt x="934902" y="1733019"/>
                        <a:pt x="513306" y="1791401"/>
                      </a:cubicBezTo>
                      <a:cubicBezTo>
                        <a:pt x="352699" y="1813642"/>
                        <a:pt x="173909" y="1737302"/>
                        <a:pt x="47265" y="1533527"/>
                      </a:cubicBezTo>
                      <a:lnTo>
                        <a:pt x="192" y="1434367"/>
                      </a:lnTo>
                      <a:lnTo>
                        <a:pt x="192" y="1438981"/>
                      </a:lnTo>
                      <a:lnTo>
                        <a:pt x="0" y="1439386"/>
                      </a:lnTo>
                      <a:lnTo>
                        <a:pt x="0" y="4764"/>
                      </a:lnTo>
                      <a:lnTo>
                        <a:pt x="191" y="4616"/>
                      </a:lnTo>
                      <a:lnTo>
                        <a:pt x="19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582048D0-5C9C-70DF-9C2F-78BF04EA14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0800000">
              <a:off x="555957" y="5230097"/>
              <a:ext cx="641183" cy="1069728"/>
              <a:chOff x="6484112" y="2967038"/>
              <a:chExt cx="641183" cy="1069728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33562393-9AF1-EE20-B444-DD0728C603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6808136" y="2967038"/>
                <a:ext cx="317159" cy="932400"/>
                <a:chOff x="6808136" y="2967038"/>
                <a:chExt cx="317159" cy="932400"/>
              </a:xfrm>
            </p:grpSpPr>
            <p:sp>
              <p:nvSpPr>
                <p:cNvPr id="64" name="Freeform 68">
                  <a:extLst>
                    <a:ext uri="{FF2B5EF4-FFF2-40B4-BE49-F238E27FC236}">
                      <a16:creationId xmlns:a16="http://schemas.microsoft.com/office/drawing/2014/main" id="{53ACEB2E-C97D-C50F-F454-E06A491C43D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808136" y="2967038"/>
                  <a:ext cx="159772" cy="710627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65" name="Freeform 69">
                  <a:extLst>
                    <a:ext uri="{FF2B5EF4-FFF2-40B4-BE49-F238E27FC236}">
                      <a16:creationId xmlns:a16="http://schemas.microsoft.com/office/drawing/2014/main" id="{0B9F2611-6D41-D329-80A7-1677B611515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967908" y="2967038"/>
                  <a:ext cx="157387" cy="710627"/>
                </a:xfrm>
                <a:custGeom>
                  <a:avLst/>
                  <a:gdLst>
                    <a:gd name="T0" fmla="*/ 0 w 66"/>
                    <a:gd name="T1" fmla="*/ 0 h 298"/>
                    <a:gd name="T2" fmla="*/ 0 w 66"/>
                    <a:gd name="T3" fmla="*/ 298 h 298"/>
                    <a:gd name="T4" fmla="*/ 66 w 66"/>
                    <a:gd name="T5" fmla="*/ 149 h 298"/>
                    <a:gd name="T6" fmla="*/ 0 w 66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6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6" y="208"/>
                        <a:pt x="66" y="149"/>
                      </a:cubicBezTo>
                      <a:cubicBezTo>
                        <a:pt x="66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66" name="Line 70">
                  <a:extLst>
                    <a:ext uri="{FF2B5EF4-FFF2-40B4-BE49-F238E27FC236}">
                      <a16:creationId xmlns:a16="http://schemas.microsoft.com/office/drawing/2014/main" id="{4FCB61AD-A8DF-3594-C9A6-D3DC88B224B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967908" y="2967038"/>
                  <a:ext cx="0" cy="932400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C382E324-0D7C-A52F-7260-2F7A5FDC781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18900000" flipH="1">
                <a:off x="6484112" y="3104366"/>
                <a:ext cx="317159" cy="932400"/>
                <a:chOff x="6808136" y="2967038"/>
                <a:chExt cx="317159" cy="932400"/>
              </a:xfrm>
            </p:grpSpPr>
            <p:sp>
              <p:nvSpPr>
                <p:cNvPr id="61" name="Freeform 68">
                  <a:extLst>
                    <a:ext uri="{FF2B5EF4-FFF2-40B4-BE49-F238E27FC236}">
                      <a16:creationId xmlns:a16="http://schemas.microsoft.com/office/drawing/2014/main" id="{95728EC1-1CDB-B34F-6488-A6FEB9194AF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808136" y="2967038"/>
                  <a:ext cx="159772" cy="710627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62" name="Freeform 69">
                  <a:extLst>
                    <a:ext uri="{FF2B5EF4-FFF2-40B4-BE49-F238E27FC236}">
                      <a16:creationId xmlns:a16="http://schemas.microsoft.com/office/drawing/2014/main" id="{B12DD1FA-3E27-D4FF-B996-B2F931527A9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967908" y="2967038"/>
                  <a:ext cx="157387" cy="710627"/>
                </a:xfrm>
                <a:custGeom>
                  <a:avLst/>
                  <a:gdLst>
                    <a:gd name="T0" fmla="*/ 0 w 66"/>
                    <a:gd name="T1" fmla="*/ 0 h 298"/>
                    <a:gd name="T2" fmla="*/ 0 w 66"/>
                    <a:gd name="T3" fmla="*/ 298 h 298"/>
                    <a:gd name="T4" fmla="*/ 66 w 66"/>
                    <a:gd name="T5" fmla="*/ 149 h 298"/>
                    <a:gd name="T6" fmla="*/ 0 w 66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6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6" y="208"/>
                        <a:pt x="66" y="149"/>
                      </a:cubicBezTo>
                      <a:cubicBezTo>
                        <a:pt x="66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63" name="Line 70">
                  <a:extLst>
                    <a:ext uri="{FF2B5EF4-FFF2-40B4-BE49-F238E27FC236}">
                      <a16:creationId xmlns:a16="http://schemas.microsoft.com/office/drawing/2014/main" id="{54BD9E28-3302-E53B-0D1A-37F8EE846E9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ShapeType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967908" y="2967038"/>
                  <a:ext cx="0" cy="932400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</p:grpSp>
      <p:pic>
        <p:nvPicPr>
          <p:cNvPr id="4" name="Immagine 3">
            <a:extLst>
              <a:ext uri="{FF2B5EF4-FFF2-40B4-BE49-F238E27FC236}">
                <a16:creationId xmlns:a16="http://schemas.microsoft.com/office/drawing/2014/main" id="{54B0AE97-B7D5-2562-B0AD-4848A9083F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930" b="9375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3239" y="206925"/>
            <a:ext cx="859971" cy="489228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F12490B5-6757-89F1-D691-85AC3E4F07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930" b="9375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9909" y="206925"/>
            <a:ext cx="859971" cy="489228"/>
          </a:xfrm>
          <a:prstGeom prst="rect">
            <a:avLst/>
          </a:prstGeom>
        </p:spPr>
      </p:pic>
      <p:pic>
        <p:nvPicPr>
          <p:cNvPr id="7" name="Segnaposto contenuto 6">
            <a:extLst>
              <a:ext uri="{FF2B5EF4-FFF2-40B4-BE49-F238E27FC236}">
                <a16:creationId xmlns:a16="http://schemas.microsoft.com/office/drawing/2014/main" id="{5173A42D-F98A-1C47-DE99-BEB9723FFE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4439328" y="776652"/>
            <a:ext cx="2970047" cy="4634676"/>
          </a:xfrm>
          <a:prstGeom prst="rect">
            <a:avLst/>
          </a:prstGeom>
        </p:spPr>
      </p:pic>
      <p:sp>
        <p:nvSpPr>
          <p:cNvPr id="9" name="Segnaposto contenuto 6">
            <a:extLst>
              <a:ext uri="{FF2B5EF4-FFF2-40B4-BE49-F238E27FC236}">
                <a16:creationId xmlns:a16="http://schemas.microsoft.com/office/drawing/2014/main" id="{241CBCB2-32F1-E5F2-508D-099FE6A4C00E}"/>
              </a:ext>
            </a:extLst>
          </p:cNvPr>
          <p:cNvSpPr txBox="1">
            <a:spLocks/>
          </p:cNvSpPr>
          <p:nvPr/>
        </p:nvSpPr>
        <p:spPr>
          <a:xfrm>
            <a:off x="775324" y="5623877"/>
            <a:ext cx="10525110" cy="80948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60000" indent="-3600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Clr>
                <a:schemeClr val="accent3"/>
              </a:buClr>
              <a:buFont typeface="Wingdings" panose="05000000000000000000" pitchFamily="2" charset="2"/>
              <a:buChar char=""/>
              <a:defRPr sz="2000" kern="1200" spc="50">
                <a:solidFill>
                  <a:schemeClr val="tx1">
                    <a:alpha val="6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60000" indent="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Tx/>
              <a:buNone/>
              <a:defRPr sz="2000" b="0" i="1" kern="1200" spc="50" baseline="0">
                <a:solidFill>
                  <a:schemeClr val="tx1">
                    <a:alpha val="6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080000" indent="-3600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chemeClr val="accent3"/>
              </a:buClr>
              <a:buFont typeface="Wingdings" panose="05000000000000000000" pitchFamily="2" charset="2"/>
              <a:buChar char=""/>
              <a:defRPr sz="2000" kern="1200" spc="50">
                <a:solidFill>
                  <a:schemeClr val="tx1">
                    <a:alpha val="6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80000" indent="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chemeClr val="accent3"/>
              </a:buClr>
              <a:buFontTx/>
              <a:buNone/>
              <a:defRPr sz="2000" b="0" i="1" kern="1200" spc="50" baseline="0">
                <a:solidFill>
                  <a:schemeClr val="tx1">
                    <a:alpha val="6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00000" indent="-3600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chemeClr val="accent3"/>
              </a:buClr>
              <a:buFont typeface="Wingdings" panose="05000000000000000000" pitchFamily="2" charset="2"/>
              <a:buChar char=""/>
              <a:defRPr sz="2000" kern="1200" spc="50">
                <a:solidFill>
                  <a:schemeClr val="tx1">
                    <a:alpha val="6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As a player, I want to have changing abilities so that my experience is dynamic and consistent with the choices made.</a:t>
            </a: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D5E14449-D524-8F8E-CD94-CD322D46065D}"/>
              </a:ext>
            </a:extLst>
          </p:cNvPr>
          <p:cNvSpPr txBox="1">
            <a:spLocks/>
          </p:cNvSpPr>
          <p:nvPr/>
        </p:nvSpPr>
        <p:spPr>
          <a:xfrm>
            <a:off x="2476021" y="209909"/>
            <a:ext cx="6468781" cy="578378"/>
          </a:xfrm>
          <a:prstGeom prst="rect">
            <a:avLst/>
          </a:prstGeom>
        </p:spPr>
        <p:txBody>
          <a:bodyPr vert="horz" wrap="square" lIns="91440" tIns="45720" rIns="91440" bIns="45720" rtlCol="0" anchor="b" anchorCtr="0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 cap="none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b="1" dirty="0"/>
              <a:t>SCHEMI UML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92EBBEDD-FB46-E5BD-3FA1-36615588471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148" y="1083536"/>
            <a:ext cx="4591694" cy="3665912"/>
          </a:xfrm>
          <a:prstGeom prst="rect">
            <a:avLst/>
          </a:prstGeom>
          <a:ln>
            <a:noFill/>
          </a:ln>
          <a:effectLst>
            <a:reflection blurRad="12700" stA="30000" endPos="30000" dist="5000" dir="5400000" sy="-100000" algn="bl" rotWithShape="0"/>
          </a:effectLst>
          <a:scene3d>
            <a:camera prst="perspectiveContrastingRightFacing"/>
            <a:lightRig rig="threePt" dir="t">
              <a:rot lat="0" lon="0" rev="2700000"/>
            </a:lightRig>
          </a:scene3d>
          <a:sp3d>
            <a:bevelT w="63500" h="50800"/>
          </a:sp3d>
        </p:spPr>
      </p:pic>
      <p:pic>
        <p:nvPicPr>
          <p:cNvPr id="54" name="Immagine 53">
            <a:extLst>
              <a:ext uri="{FF2B5EF4-FFF2-40B4-BE49-F238E27FC236}">
                <a16:creationId xmlns:a16="http://schemas.microsoft.com/office/drawing/2014/main" id="{7B979193-389D-C1DF-FB4F-6876796C232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8971" y="1064380"/>
            <a:ext cx="4824020" cy="3797319"/>
          </a:xfrm>
          <a:prstGeom prst="rect">
            <a:avLst/>
          </a:prstGeom>
          <a:ln>
            <a:noFill/>
          </a:ln>
          <a:effectLst>
            <a:reflection blurRad="12700" stA="30000" endPos="30000" dist="5000" dir="5400000" sy="-100000" algn="bl" rotWithShape="0"/>
          </a:effectLst>
          <a:scene3d>
            <a:camera prst="perspectiveContrastingLeftFacing"/>
            <a:lightRig rig="threePt" dir="t">
              <a:rot lat="0" lon="0" rev="2700000"/>
            </a:lightRig>
          </a:scene3d>
          <a:sp3d>
            <a:bevelT w="63500" h="50800"/>
          </a:sp3d>
        </p:spPr>
      </p:pic>
    </p:spTree>
    <p:extLst>
      <p:ext uri="{BB962C8B-B14F-4D97-AF65-F5344CB8AC3E}">
        <p14:creationId xmlns:p14="http://schemas.microsoft.com/office/powerpoint/2010/main" val="392899468"/>
      </p:ext>
    </p:extLst>
  </p:cSld>
  <p:clrMapOvr>
    <a:masterClrMapping/>
  </p:clrMapOvr>
  <p:transition spd="med">
    <p:pull dir="d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09B59A-621B-9AFF-C0C0-83B9A5EF9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-151466"/>
            <a:ext cx="12192000" cy="1112836"/>
          </a:xfrm>
        </p:spPr>
        <p:txBody>
          <a:bodyPr>
            <a:normAutofit/>
          </a:bodyPr>
          <a:lstStyle/>
          <a:p>
            <a:pPr algn="ctr"/>
            <a:r>
              <a:rPr lang="it-IT" sz="4000" b="1" dirty="0"/>
              <a:t>A livello di Codice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A30A012A-5DFE-5A7A-7B3D-F953BED821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930" b="93750" l="10000" r="9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7846" y="256080"/>
            <a:ext cx="993321" cy="565089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9A025438-E369-4615-EED2-3AF27A9515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930" b="9375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0318" y="266007"/>
            <a:ext cx="993321" cy="565089"/>
          </a:xfrm>
          <a:prstGeom prst="rect">
            <a:avLst/>
          </a:prstGeom>
        </p:spPr>
      </p:pic>
      <p:sp>
        <p:nvSpPr>
          <p:cNvPr id="3" name="Titolo 1">
            <a:extLst>
              <a:ext uri="{FF2B5EF4-FFF2-40B4-BE49-F238E27FC236}">
                <a16:creationId xmlns:a16="http://schemas.microsoft.com/office/drawing/2014/main" id="{40563EFC-01C9-5661-5123-147C799C101D}"/>
              </a:ext>
            </a:extLst>
          </p:cNvPr>
          <p:cNvSpPr txBox="1">
            <a:spLocks/>
          </p:cNvSpPr>
          <p:nvPr/>
        </p:nvSpPr>
        <p:spPr>
          <a:xfrm>
            <a:off x="-51843" y="361478"/>
            <a:ext cx="12192000" cy="1112836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 cap="none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sz="2800" b="1" dirty="0"/>
              <a:t>Struttura a tre livelli: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0EB05DC-EEB2-BE48-6C11-556C0D1504D6}"/>
              </a:ext>
            </a:extLst>
          </p:cNvPr>
          <p:cNvSpPr txBox="1"/>
          <p:nvPr/>
        </p:nvSpPr>
        <p:spPr>
          <a:xfrm>
            <a:off x="15685" y="1785133"/>
            <a:ext cx="819694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LogicaGioco.py (Il Modello): Contiene i dati e le regole. Qui risiedono le classi dei Personaggi, dei Mostri e degli Item. Si occupa dei calcoli matematici (danni, probabilità di fuga) senza conoscere la grafica.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GUI.py (La Vista): Gestisce tutto ciò che è visivo. Carica le immagini, i font e si occupa di disegnare la barra della vita, gli </a:t>
            </a:r>
            <a:r>
              <a:rPr lang="it-IT" dirty="0" err="1"/>
              <a:t>sprite</a:t>
            </a:r>
            <a:r>
              <a:rPr lang="it-IT" dirty="0"/>
              <a:t> animati e gli effetti di particelle (come il flash rosso quando si viene colpiti).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Main.py (Il Controller): Il "motore" del gioco. Contiene il loop principale (</a:t>
            </a:r>
            <a:r>
              <a:rPr lang="it-IT" dirty="0" err="1"/>
              <a:t>while</a:t>
            </a:r>
            <a:r>
              <a:rPr lang="it-IT" dirty="0"/>
              <a:t> running), coordina il passaggio tra le schermate e smista gli input dell'utente (click del mouse e tastiera) alla logica corretta.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5AD4DD60-3BE3-8DBE-9A85-7A28CAECAA2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02" r="549"/>
          <a:stretch>
            <a:fillRect/>
          </a:stretch>
        </p:blipFill>
        <p:spPr>
          <a:xfrm>
            <a:off x="8212627" y="5099966"/>
            <a:ext cx="3206711" cy="17580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D1015151-FBBD-35EB-A671-7A8C7600C4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6809"/>
          <a:stretch>
            <a:fillRect/>
          </a:stretch>
        </p:blipFill>
        <p:spPr>
          <a:xfrm>
            <a:off x="7904245" y="1289070"/>
            <a:ext cx="4303440" cy="125501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7" name="Immagine 16">
            <a:extLst>
              <a:ext uri="{FF2B5EF4-FFF2-40B4-BE49-F238E27FC236}">
                <a16:creationId xmlns:a16="http://schemas.microsoft.com/office/drawing/2014/main" id="{32D2EDA5-9F96-44B0-CC2D-9209D1B8A09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8313" y="2880540"/>
            <a:ext cx="3911844" cy="197185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9" name="Immagine 18">
            <a:extLst>
              <a:ext uri="{FF2B5EF4-FFF2-40B4-BE49-F238E27FC236}">
                <a16:creationId xmlns:a16="http://schemas.microsoft.com/office/drawing/2014/main" id="{B0CAD6FD-989B-8672-732D-DB51F8334B0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0" b="96000" l="667" r="99583">
                        <a14:foregroundMark x1="25167" y1="73000" x2="19417" y2="73000"/>
                        <a14:foregroundMark x1="27500" y1="68000" x2="29500" y2="63917"/>
                        <a14:foregroundMark x1="42833" y1="74167" x2="49000" y2="70750"/>
                        <a14:foregroundMark x1="47583" y1="68000" x2="45833" y2="67083"/>
                        <a14:foregroundMark x1="75667" y1="69167" x2="71583" y2="65667"/>
                        <a14:foregroundMark x1="49500" y1="33250" x2="54333" y2="31833"/>
                        <a14:foregroundMark x1="53583" y1="27583" x2="54583" y2="20833"/>
                        <a14:foregroundMark x1="79833" y1="72500" x2="83167" y2="7308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0835" y="852758"/>
            <a:ext cx="765776" cy="7657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1" name="Immagine 20">
            <a:extLst>
              <a:ext uri="{FF2B5EF4-FFF2-40B4-BE49-F238E27FC236}">
                <a16:creationId xmlns:a16="http://schemas.microsoft.com/office/drawing/2014/main" id="{57FEACF6-C5C3-AF9B-4D5C-7434B24AF19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7459" y="4365392"/>
            <a:ext cx="1298677" cy="97400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3" name="Immagine 22">
            <a:extLst>
              <a:ext uri="{FF2B5EF4-FFF2-40B4-BE49-F238E27FC236}">
                <a16:creationId xmlns:a16="http://schemas.microsoft.com/office/drawing/2014/main" id="{B55DC304-913C-5387-DEB1-38C48A57C7A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2279" y="4532704"/>
            <a:ext cx="639385" cy="639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031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9A8E4-29CC-BBBB-2B27-5212B16D2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BAD5D8A-9AA7-6719-EBB2-F79715671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400" y="238204"/>
            <a:ext cx="10213200" cy="622408"/>
          </a:xfrm>
        </p:spPr>
        <p:txBody>
          <a:bodyPr/>
          <a:lstStyle/>
          <a:p>
            <a:pPr algn="ctr"/>
            <a:r>
              <a:rPr lang="it-IT" b="1" dirty="0"/>
              <a:t>Architettura a Stati ed Eventi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9E16C96-CED3-E2E9-9F5D-098C9A5B37F7}"/>
              </a:ext>
            </a:extLst>
          </p:cNvPr>
          <p:cNvSpPr txBox="1"/>
          <p:nvPr/>
        </p:nvSpPr>
        <p:spPr>
          <a:xfrm>
            <a:off x="495269" y="472694"/>
            <a:ext cx="1046769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it-IT" dirty="0"/>
            </a:br>
            <a:endParaRPr lang="it-IT" dirty="0"/>
          </a:p>
          <a:p>
            <a:pPr marL="342900" indent="-342900">
              <a:buFont typeface="+mj-lt"/>
              <a:buAutoNum type="arabicPeriod"/>
            </a:pPr>
            <a:r>
              <a:rPr lang="it-IT" b="1" dirty="0"/>
              <a:t>Gestione a Stati (Finite State Machine):</a:t>
            </a:r>
            <a:r>
              <a:rPr lang="it-IT" dirty="0"/>
              <a:t> Il flusso è governato dalla variabile </a:t>
            </a:r>
            <a:r>
              <a:rPr lang="it-IT" dirty="0" err="1">
                <a:latin typeface="Courier New" panose="02070309020205020404" pitchFamily="49" charset="0"/>
              </a:rPr>
              <a:t>stato_gioco</a:t>
            </a:r>
            <a:r>
              <a:rPr lang="it-IT" dirty="0"/>
              <a:t>. Ogni fase (Menu, Gameplay, Dialogo) è un compartimento isolato: questo garantisce ordine logico e previene conflitti tra le diverse schermate.</a:t>
            </a:r>
          </a:p>
          <a:p>
            <a:pPr marL="342900" indent="-342900">
              <a:buFont typeface="+mj-lt"/>
              <a:buAutoNum type="arabicPeriod"/>
            </a:pPr>
            <a:endParaRPr lang="it-IT" dirty="0"/>
          </a:p>
          <a:p>
            <a:pPr marL="342900" indent="-342900">
              <a:buFont typeface="+mj-lt"/>
              <a:buAutoNum type="arabicPeriod"/>
            </a:pPr>
            <a:r>
              <a:rPr lang="it-IT" b="1" dirty="0"/>
              <a:t>Logica Event-</a:t>
            </a:r>
            <a:r>
              <a:rPr lang="it-IT" b="1" dirty="0" err="1"/>
              <a:t>Driven</a:t>
            </a:r>
            <a:r>
              <a:rPr lang="it-IT" b="1" dirty="0"/>
              <a:t> (Reattività):</a:t>
            </a:r>
            <a:r>
              <a:rPr lang="it-IT" dirty="0"/>
              <a:t> Il codice non è lineare ma "reattivo". Utilizza il modulo </a:t>
            </a:r>
            <a:r>
              <a:rPr lang="it-IT" dirty="0" err="1">
                <a:latin typeface="Courier New" panose="02070309020205020404" pitchFamily="49" charset="0"/>
              </a:rPr>
              <a:t>pygame.event</a:t>
            </a:r>
            <a:r>
              <a:rPr lang="it-IT" dirty="0"/>
              <a:t> per trasformare istantaneamente ogni input (Click, Tasti, Ridimensionamento) in un'azione logica o in un cambio di stato.</a:t>
            </a:r>
          </a:p>
          <a:p>
            <a:pPr marL="342900" indent="-342900">
              <a:buFont typeface="+mj-lt"/>
              <a:buAutoNum type="arabicPeriod"/>
            </a:pPr>
            <a:endParaRPr lang="it-IT" dirty="0"/>
          </a:p>
          <a:p>
            <a:pPr marL="342900" indent="-342900">
              <a:buFont typeface="+mj-lt"/>
              <a:buAutoNum type="arabicPeriod"/>
            </a:pPr>
            <a:r>
              <a:rPr lang="it-IT" b="1" dirty="0"/>
              <a:t>Sincronizzazione Real-Time (Feedback):</a:t>
            </a:r>
            <a:r>
              <a:rPr lang="it-IT" dirty="0"/>
              <a:t> Adottiamo un ciclo continuo: </a:t>
            </a:r>
            <a:r>
              <a:rPr lang="it-IT" b="1" dirty="0"/>
              <a:t>Intercettazione evento → Calcolo logico → Aggiornamento grafico.</a:t>
            </a:r>
            <a:r>
              <a:rPr lang="it-IT" dirty="0"/>
              <a:t> Ogni modifica (es. perdita HP) viene riflessa immediatamente sulla UI grazie al Pattern Observer.</a:t>
            </a:r>
          </a:p>
        </p:txBody>
      </p:sp>
      <p:pic>
        <p:nvPicPr>
          <p:cNvPr id="15" name="Immagine 14">
            <a:extLst>
              <a:ext uri="{FF2B5EF4-FFF2-40B4-BE49-F238E27FC236}">
                <a16:creationId xmlns:a16="http://schemas.microsoft.com/office/drawing/2014/main" id="{5115A8A3-3A1C-2306-082C-94E219D393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74"/>
          <a:stretch>
            <a:fillRect/>
          </a:stretch>
        </p:blipFill>
        <p:spPr>
          <a:xfrm>
            <a:off x="206717" y="5718684"/>
            <a:ext cx="4887981" cy="523220"/>
          </a:xfrm>
          <a:prstGeom prst="rect">
            <a:avLst/>
          </a:prstGeom>
        </p:spPr>
      </p:pic>
      <p:pic>
        <p:nvPicPr>
          <p:cNvPr id="19" name="Immagine 18">
            <a:extLst>
              <a:ext uri="{FF2B5EF4-FFF2-40B4-BE49-F238E27FC236}">
                <a16:creationId xmlns:a16="http://schemas.microsoft.com/office/drawing/2014/main" id="{620B4FA0-7BC6-EFA5-404D-2E669E8A61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1428" y="4601073"/>
            <a:ext cx="4416495" cy="53745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1" name="Immagine 20">
            <a:extLst>
              <a:ext uri="{FF2B5EF4-FFF2-40B4-BE49-F238E27FC236}">
                <a16:creationId xmlns:a16="http://schemas.microsoft.com/office/drawing/2014/main" id="{55A134CE-8B5F-5B4C-0C24-FBBD09CFF6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9118" y="5927810"/>
            <a:ext cx="6049825" cy="53169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7D0CE628-A128-C795-EE8C-B6FA968874D6}"/>
              </a:ext>
            </a:extLst>
          </p:cNvPr>
          <p:cNvSpPr txBox="1"/>
          <p:nvPr/>
        </p:nvSpPr>
        <p:spPr>
          <a:xfrm>
            <a:off x="5729118" y="4156846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1.</a:t>
            </a:r>
            <a:endParaRPr lang="it-IT" sz="2800" dirty="0"/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4DB8E9CA-CD15-E758-F032-B4927C6D1A16}"/>
              </a:ext>
            </a:extLst>
          </p:cNvPr>
          <p:cNvSpPr txBox="1"/>
          <p:nvPr/>
        </p:nvSpPr>
        <p:spPr>
          <a:xfrm>
            <a:off x="2231923" y="5260221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2.</a:t>
            </a:r>
            <a:endParaRPr lang="it-IT" sz="2800" dirty="0"/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31164D3F-DDA6-F594-A170-AC7D76A235CB}"/>
              </a:ext>
            </a:extLst>
          </p:cNvPr>
          <p:cNvSpPr txBox="1"/>
          <p:nvPr/>
        </p:nvSpPr>
        <p:spPr>
          <a:xfrm>
            <a:off x="8327923" y="5398105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3.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CF8BFCA6-771F-A377-8F62-BE045E0DB63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2930" b="9375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3273" y="242210"/>
            <a:ext cx="993321" cy="565089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80AC5839-A200-9A2D-B970-39D43FD293A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2930" b="9375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5406" y="242210"/>
            <a:ext cx="993321" cy="565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598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D97A2DA-1992-7626-9D2C-CFE41616A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400" y="238204"/>
            <a:ext cx="10213200" cy="622408"/>
          </a:xfrm>
        </p:spPr>
        <p:txBody>
          <a:bodyPr/>
          <a:lstStyle/>
          <a:p>
            <a:pPr algn="ctr"/>
            <a:r>
              <a:rPr lang="it-IT" b="1" dirty="0"/>
              <a:t>Gestione Turnistica</a:t>
            </a:r>
          </a:p>
        </p:txBody>
      </p:sp>
      <p:pic>
        <p:nvPicPr>
          <p:cNvPr id="5" name="Segnaposto contenuto 4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7442DDF1-C556-9526-2AD3-4C5C124DE3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8626" y="945980"/>
            <a:ext cx="9236688" cy="2019385"/>
          </a:xfrm>
          <a:prstGeom prst="rect">
            <a:avLst/>
          </a:prstGeom>
        </p:spPr>
      </p:pic>
      <p:pic>
        <p:nvPicPr>
          <p:cNvPr id="7" name="Immagine 6" descr="Immagine che contiene testo, schermata, software&#10;&#10;Il contenuto generato dall'IA potrebbe non essere corretto.">
            <a:extLst>
              <a:ext uri="{FF2B5EF4-FFF2-40B4-BE49-F238E27FC236}">
                <a16:creationId xmlns:a16="http://schemas.microsoft.com/office/drawing/2014/main" id="{04504AF0-A704-431E-2A42-6A02E076FB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626" y="3076077"/>
            <a:ext cx="7415145" cy="3633772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6C59F956-9993-7186-A342-A5C47351A18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2428" y="4191375"/>
            <a:ext cx="1376516" cy="1720645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D5E5E0C4-F3C3-373D-5FB6-AA8E5BDD6B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917464" y="4191374"/>
            <a:ext cx="1376516" cy="1720645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B82BC9E5-9B83-0CC4-E135-4AD7F758784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69" t="27973" r="26236" b="18572"/>
          <a:stretch>
            <a:fillRect/>
          </a:stretch>
        </p:blipFill>
        <p:spPr>
          <a:xfrm>
            <a:off x="9744191" y="3774649"/>
            <a:ext cx="1288026" cy="14256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0E0FB0B9-5EB8-CDB0-703F-DA1B30E9D79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2930" b="93750" l="10000" r="9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3549" y="266863"/>
            <a:ext cx="993321" cy="565089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68EA826C-54A9-5725-83D5-0E072C9CB8E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2930" b="93750" l="10000" r="9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175" y="238204"/>
            <a:ext cx="993321" cy="565089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3C76D888-3438-B273-D7A2-9E056C62388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2930" b="9375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3832" y="238204"/>
            <a:ext cx="993321" cy="565089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2308611A-D4B6-86C7-E1FD-1A8A6598634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2930" b="9375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2206" y="281193"/>
            <a:ext cx="993321" cy="565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775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39D24-B62A-1891-6022-6FD2ECF70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A03F187-F30A-8F25-061D-9B889FFA2D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400" y="238204"/>
            <a:ext cx="10213200" cy="622408"/>
          </a:xfrm>
        </p:spPr>
        <p:txBody>
          <a:bodyPr/>
          <a:lstStyle/>
          <a:p>
            <a:pPr algn="ctr"/>
            <a:r>
              <a:rPr lang="it-IT" b="1" dirty="0"/>
              <a:t>Gestione Turnistica</a:t>
            </a:r>
          </a:p>
        </p:txBody>
      </p:sp>
      <p:pic>
        <p:nvPicPr>
          <p:cNvPr id="8" name="Immagine 7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DCF1F546-51C0-12CD-0BAD-28B5A4BD1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831" y="1101738"/>
            <a:ext cx="5521911" cy="101422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Immagine 14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C5FEC717-CD51-78C1-E0BB-E5B76E7EDE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242" y="3014085"/>
            <a:ext cx="6708758" cy="37652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00846F8F-18A7-0B73-1C75-FBE09C09DA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2930" b="9375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651" y="238204"/>
            <a:ext cx="993321" cy="565089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E8149980-5E2F-F9EC-9C21-5B3F0A6DCA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2930" b="9375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7030" y="213347"/>
            <a:ext cx="993321" cy="565089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8B59D08C-908D-B19E-59DB-95696DC84D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811" y="4096956"/>
            <a:ext cx="2522840" cy="25228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7" name="Immagine 16">
            <a:extLst>
              <a:ext uri="{FF2B5EF4-FFF2-40B4-BE49-F238E27FC236}">
                <a16:creationId xmlns:a16="http://schemas.microsoft.com/office/drawing/2014/main" id="{529852F0-39A6-AB11-6822-2AFE8260A4C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0633" y="1132424"/>
            <a:ext cx="1667432" cy="1250574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Immagine 11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39D84AD3-3E05-F791-A1AE-0FC090F612D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1832" y="2357093"/>
            <a:ext cx="5521911" cy="16876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05502877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71A5B0E-D876-184E-BB9A-E8BAF8F60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400" y="309489"/>
            <a:ext cx="10213200" cy="649996"/>
          </a:xfrm>
        </p:spPr>
        <p:txBody>
          <a:bodyPr/>
          <a:lstStyle/>
          <a:p>
            <a:pPr algn="ctr"/>
            <a:r>
              <a:rPr lang="it-IT" b="1" dirty="0"/>
              <a:t>Test TDD</a:t>
            </a:r>
          </a:p>
        </p:txBody>
      </p:sp>
      <p:graphicFrame>
        <p:nvGraphicFramePr>
          <p:cNvPr id="4" name="Segnaposto contenuto 3">
            <a:extLst>
              <a:ext uri="{FF2B5EF4-FFF2-40B4-BE49-F238E27FC236}">
                <a16:creationId xmlns:a16="http://schemas.microsoft.com/office/drawing/2014/main" id="{D3EC3BD3-EE37-BD67-DF0D-6CA4E81698AD}"/>
              </a:ext>
            </a:extLst>
          </p:cNvPr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25079965"/>
              </p:ext>
            </p:extLst>
          </p:nvPr>
        </p:nvGraphicFramePr>
        <p:xfrm>
          <a:off x="5146430" y="1160585"/>
          <a:ext cx="2144951" cy="183214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showAsIcon="1" r:id="rId2" imgW="914603" imgH="781050" progId="Excel.Sheet.12">
                  <p:embed/>
                </p:oleObj>
              </mc:Choice>
              <mc:Fallback>
                <p:oleObj name="Worksheet" showAsIcon="1" r:id="rId2" imgW="914603" imgH="781050" progId="Excel.Sheet.12">
                  <p:embed/>
                  <p:pic>
                    <p:nvPicPr>
                      <p:cNvPr id="4" name="Segnaposto contenuto 3">
                        <a:extLst>
                          <a:ext uri="{FF2B5EF4-FFF2-40B4-BE49-F238E27FC236}">
                            <a16:creationId xmlns:a16="http://schemas.microsoft.com/office/drawing/2014/main" id="{D3EC3BD3-EE37-BD67-DF0D-6CA4E81698A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146430" y="1160585"/>
                        <a:ext cx="2144951" cy="183214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Immagine 2">
            <a:extLst>
              <a:ext uri="{FF2B5EF4-FFF2-40B4-BE49-F238E27FC236}">
                <a16:creationId xmlns:a16="http://schemas.microsoft.com/office/drawing/2014/main" id="{F455202F-5B8A-0F5B-115F-60A0186DA7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8762" y="3176587"/>
            <a:ext cx="3681413" cy="3681413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A1837710-6BC4-F0DE-DE0D-77A1F3BE64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3385" y="4218349"/>
            <a:ext cx="4277925" cy="2851950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D92F046A-FC53-2E46-EFAA-8555161B233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670887"/>
            <a:ext cx="5683045" cy="3187113"/>
          </a:xfrm>
          <a:prstGeom prst="rect">
            <a:avLst/>
          </a:prstGeom>
          <a:ln>
            <a:noFill/>
          </a:ln>
          <a:effectLst>
            <a:reflection blurRad="12700" stA="30000" endPos="30000" dist="5000" dir="5400000" sy="-100000" algn="bl" rotWithShape="0"/>
          </a:effectLst>
          <a:scene3d>
            <a:camera prst="perspectiveContrastingLeftFacing">
              <a:rot lat="300000" lon="19800000" rev="0"/>
            </a:camera>
            <a:lightRig rig="threePt" dir="t">
              <a:rot lat="0" lon="0" rev="2700000"/>
            </a:lightRig>
          </a:scene3d>
          <a:sp3d>
            <a:bevelT w="63500" h="50800"/>
          </a:sp3d>
        </p:spPr>
      </p:pic>
    </p:spTree>
    <p:extLst>
      <p:ext uri="{BB962C8B-B14F-4D97-AF65-F5344CB8AC3E}">
        <p14:creationId xmlns:p14="http://schemas.microsoft.com/office/powerpoint/2010/main" val="233208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9FE8F-744C-5334-ED77-92512E7C9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F862E416-2DA5-67FE-BFC5-A1272E44E7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142" b="100000" l="2051" r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23" y="3067474"/>
            <a:ext cx="5307778" cy="3871983"/>
          </a:xfrm>
          <a:prstGeom prst="rect">
            <a:avLst/>
          </a:prstGeom>
          <a:ln>
            <a:noFill/>
          </a:ln>
          <a:effectLst>
            <a:outerShdw blurRad="190500" sx="109000" sy="109000" algn="tl" rotWithShape="0">
              <a:srgbClr val="000000">
                <a:alpha val="92000"/>
              </a:srgbClr>
            </a:outerShdw>
          </a:effectLst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193791C6-39BC-B1DC-9C16-2AD3B43BC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400" y="2891601"/>
            <a:ext cx="10213200" cy="537399"/>
          </a:xfrm>
          <a:effectLst>
            <a:outerShdw blurRad="50800" dist="38100" dir="2700000" sx="75000" sy="75000" algn="tl" rotWithShape="0">
              <a:prstClr val="black"/>
            </a:outerShdw>
          </a:effectLst>
        </p:spPr>
        <p:txBody>
          <a:bodyPr>
            <a:noAutofit/>
          </a:bodyPr>
          <a:lstStyle/>
          <a:p>
            <a:pPr algn="ctr"/>
            <a:r>
              <a:rPr lang="it-IT" sz="6000" b="1" dirty="0"/>
              <a:t>FINE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42DBB513-E60F-958B-71B0-EC0D0CA0747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8889" b="90000" l="0" r="9944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983" y="-152175"/>
            <a:ext cx="1801866" cy="1801866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49E739E2-FAFF-19F3-A43E-91F429F6CF3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4000" b="98000" l="0" r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2011" y="5003466"/>
            <a:ext cx="1589714" cy="1589714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625D5E5F-4E5A-7423-3194-278765D4C56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4000" b="98000" l="0" r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0353" y="2383663"/>
            <a:ext cx="916757" cy="916757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9D9D34BD-88B3-A57A-355B-093F3D94DB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8889" b="90000" l="0" r="9944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7705" y="2304643"/>
            <a:ext cx="1173916" cy="1173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0330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FrostyVTI">
  <a:themeElements>
    <a:clrScheme name="Frosty">
      <a:dk1>
        <a:sysClr val="windowText" lastClr="000000"/>
      </a:dk1>
      <a:lt1>
        <a:sysClr val="window" lastClr="FFFFFF"/>
      </a:lt1>
      <a:dk2>
        <a:srgbClr val="0B2827"/>
      </a:dk2>
      <a:lt2>
        <a:srgbClr val="DAE3E3"/>
      </a:lt2>
      <a:accent1>
        <a:srgbClr val="767E37"/>
      </a:accent1>
      <a:accent2>
        <a:srgbClr val="B495C2"/>
      </a:accent2>
      <a:accent3>
        <a:srgbClr val="8FA3A3"/>
      </a:accent3>
      <a:accent4>
        <a:srgbClr val="CE7F01"/>
      </a:accent4>
      <a:accent5>
        <a:srgbClr val="D15A29"/>
      </a:accent5>
      <a:accent6>
        <a:srgbClr val="B88470"/>
      </a:accent6>
      <a:hlink>
        <a:srgbClr val="B57001"/>
      </a:hlink>
      <a:folHlink>
        <a:srgbClr val="996209"/>
      </a:folHlink>
    </a:clrScheme>
    <a:fontScheme name="Frosted Leaf">
      <a:majorFont>
        <a:latin typeface="Goudy Old Style"/>
        <a:ea typeface=""/>
        <a:cs typeface=""/>
      </a:majorFont>
      <a:minorFont>
        <a:latin typeface="Avenir Next LT Pro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ostyVTI" id="{DD283BC3-E0B6-4E4B-91CF-F0F54D51BB21}" vid="{3EE220F7-F497-4893-BE1F-7BB1D607421B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706</Words>
  <Application>Microsoft Office PowerPoint</Application>
  <PresentationFormat>Widescreen</PresentationFormat>
  <Paragraphs>76</Paragraphs>
  <Slides>15</Slides>
  <Notes>2</Notes>
  <HiddenSlides>0</HiddenSlides>
  <MMClips>0</MMClips>
  <ScaleCrop>false</ScaleCrop>
  <HeadingPairs>
    <vt:vector size="8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Server OLE incorporati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24" baseType="lpstr">
      <vt:lpstr>Aptos</vt:lpstr>
      <vt:lpstr>Arial</vt:lpstr>
      <vt:lpstr>Avenir Next LT Pro</vt:lpstr>
      <vt:lpstr>Courier New</vt:lpstr>
      <vt:lpstr>Goudy Old Style</vt:lpstr>
      <vt:lpstr>Times New Roman</vt:lpstr>
      <vt:lpstr>Wingdings</vt:lpstr>
      <vt:lpstr>FrostyVTI</vt:lpstr>
      <vt:lpstr>Worksheet</vt:lpstr>
      <vt:lpstr>BEYOND THE SCREEN</vt:lpstr>
      <vt:lpstr>Recap Gioco</vt:lpstr>
      <vt:lpstr>Presentazione standard di PowerPoint</vt:lpstr>
      <vt:lpstr>Obiettivo di questi sprint</vt:lpstr>
      <vt:lpstr>SCHEMI UML</vt:lpstr>
      <vt:lpstr>SCHEMI UML</vt:lpstr>
      <vt:lpstr>Presentazione standard di PowerPoint</vt:lpstr>
      <vt:lpstr>Presentazione standard di PowerPoint</vt:lpstr>
      <vt:lpstr>Presentazione standard di PowerPoint</vt:lpstr>
      <vt:lpstr>A livello di Codice</vt:lpstr>
      <vt:lpstr>Architettura a Stati ed Eventi</vt:lpstr>
      <vt:lpstr>Gestione Turnistica</vt:lpstr>
      <vt:lpstr>Gestione Turnistica</vt:lpstr>
      <vt:lpstr>Test TDD</vt:lpstr>
      <vt:lpstr>FINE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Giada Napoli</dc:creator>
  <cp:lastModifiedBy>Giada Napoli</cp:lastModifiedBy>
  <cp:revision>30</cp:revision>
  <dcterms:created xsi:type="dcterms:W3CDTF">2025-12-13T12:41:54Z</dcterms:created>
  <dcterms:modified xsi:type="dcterms:W3CDTF">2026-01-13T17:31:48Z</dcterms:modified>
</cp:coreProperties>
</file>