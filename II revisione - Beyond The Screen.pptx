
<file path=[Content_Types].xml><?xml version="1.0" encoding="utf-8"?>
<Types xmlns="http://schemas.openxmlformats.org/package/2006/content-types">
  <Default Extension="bin" ContentType="image/unknown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7"/>
  </p:notesMasterIdLst>
  <p:sldIdLst>
    <p:sldId id="256" r:id="rId2"/>
    <p:sldId id="257" r:id="rId3"/>
    <p:sldId id="258" r:id="rId4"/>
    <p:sldId id="284" r:id="rId5"/>
    <p:sldId id="275" r:id="rId6"/>
    <p:sldId id="276" r:id="rId7"/>
    <p:sldId id="277" r:id="rId8"/>
    <p:sldId id="278" r:id="rId9"/>
    <p:sldId id="282" r:id="rId10"/>
    <p:sldId id="273" r:id="rId11"/>
    <p:sldId id="280" r:id="rId12"/>
    <p:sldId id="279" r:id="rId13"/>
    <p:sldId id="283" r:id="rId14"/>
    <p:sldId id="281" r:id="rId15"/>
    <p:sldId id="270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92" autoAdjust="0"/>
    <p:restoredTop sz="91255" autoAdjust="0"/>
  </p:normalViewPr>
  <p:slideViewPr>
    <p:cSldViewPr snapToGrid="0">
      <p:cViewPr varScale="1">
        <p:scale>
          <a:sx n="68" d="100"/>
          <a:sy n="68" d="100"/>
        </p:scale>
        <p:origin x="64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ada Napoli" userId="b82e7b67cfbf9eed" providerId="LiveId" clId="{4C57F07C-D682-4F4D-B7BE-780206DCC998}"/>
    <pc:docChg chg="modSld">
      <pc:chgData name="Giada Napoli" userId="b82e7b67cfbf9eed" providerId="LiveId" clId="{4C57F07C-D682-4F4D-B7BE-780206DCC998}" dt="2026-01-13T17:00:27.115" v="4" actId="1076"/>
      <pc:docMkLst>
        <pc:docMk/>
      </pc:docMkLst>
      <pc:sldChg chg="modSp mod">
        <pc:chgData name="Giada Napoli" userId="b82e7b67cfbf9eed" providerId="LiveId" clId="{4C57F07C-D682-4F4D-B7BE-780206DCC998}" dt="2026-01-13T16:18:23.913" v="1" actId="20577"/>
        <pc:sldMkLst>
          <pc:docMk/>
          <pc:sldMk cId="3473008847" sldId="257"/>
        </pc:sldMkLst>
        <pc:spChg chg="mod">
          <ac:chgData name="Giada Napoli" userId="b82e7b67cfbf9eed" providerId="LiveId" clId="{4C57F07C-D682-4F4D-B7BE-780206DCC998}" dt="2026-01-13T16:18:23.913" v="1" actId="20577"/>
          <ac:spMkLst>
            <pc:docMk/>
            <pc:sldMk cId="3473008847" sldId="257"/>
            <ac:spMk id="104" creationId="{2CFABD4A-B1CC-0A99-2AD0-5DA86F6C39CA}"/>
          </ac:spMkLst>
        </pc:spChg>
      </pc:sldChg>
      <pc:sldChg chg="addSp delSp modSp mod">
        <pc:chgData name="Giada Napoli" userId="b82e7b67cfbf9eed" providerId="LiveId" clId="{4C57F07C-D682-4F4D-B7BE-780206DCC998}" dt="2026-01-13T17:00:27.115" v="4" actId="1076"/>
        <pc:sldMkLst>
          <pc:docMk/>
          <pc:sldMk cId="233208581" sldId="281"/>
        </pc:sldMkLst>
        <pc:spChg chg="del">
          <ac:chgData name="Giada Napoli" userId="b82e7b67cfbf9eed" providerId="LiveId" clId="{4C57F07C-D682-4F4D-B7BE-780206DCC998}" dt="2026-01-13T17:00:21.596" v="2"/>
          <ac:spMkLst>
            <pc:docMk/>
            <pc:sldMk cId="233208581" sldId="281"/>
            <ac:spMk id="3" creationId="{8D7C5116-F9AD-E657-9E06-ABEA40A3786B}"/>
          </ac:spMkLst>
        </pc:spChg>
        <pc:graphicFrameChg chg="add mod">
          <ac:chgData name="Giada Napoli" userId="b82e7b67cfbf9eed" providerId="LiveId" clId="{4C57F07C-D682-4F4D-B7BE-780206DCC998}" dt="2026-01-13T17:00:27.115" v="4" actId="1076"/>
          <ac:graphicFrameMkLst>
            <pc:docMk/>
            <pc:sldMk cId="233208581" sldId="281"/>
            <ac:graphicFrameMk id="4" creationId="{D3EC3BD3-EE37-BD67-DF0D-6CA4E81698A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72B57-2BBF-46CA-8875-3C8935559E7E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47585-8B0F-4E86-B82B-356D92A6AE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498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47585-8B0F-4E86-B82B-356D92A6AEDE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8636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6A003-060D-5C62-20EA-990DCAD0C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BD3FE07-23CD-06F5-2AD5-9116F8447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6788D9A-27F0-FED2-1D6D-4583CB05F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77359D8-3C2C-048F-9CFE-13040F20D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47585-8B0F-4E86-B82B-356D92A6AEDE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7780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8031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8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96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0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5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45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03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224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475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2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36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771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microsoft.com/office/2007/relationships/hdphoto" Target="../media/hdphoto1.wdp"/><Relationship Id="rId9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gif"/><Relationship Id="rId5" Type="http://schemas.openxmlformats.org/officeDocument/2006/relationships/image" Target="../media/image8.gif"/><Relationship Id="rId10" Type="http://schemas.openxmlformats.org/officeDocument/2006/relationships/image" Target="../media/image13.gif"/><Relationship Id="rId4" Type="http://schemas.microsoft.com/office/2007/relationships/hdphoto" Target="../media/hdphoto4.wdp"/><Relationship Id="rId9" Type="http://schemas.openxmlformats.org/officeDocument/2006/relationships/image" Target="../media/image12.gif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gif"/><Relationship Id="rId5" Type="http://schemas.openxmlformats.org/officeDocument/2006/relationships/image" Target="../media/image16.gif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0.png"/><Relationship Id="rId7" Type="http://schemas.openxmlformats.org/officeDocument/2006/relationships/image" Target="../media/image23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gif"/><Relationship Id="rId5" Type="http://schemas.openxmlformats.org/officeDocument/2006/relationships/hyperlink" Target="https://serpenti.atlassian.net/jira/software/projects/SER/boards/1/backlog?atlOrigin=eyJpIjoiNDgzMWJjZmIwNzQ0NDQzZTkzZjIzMmUzZjc1OTdkNjciLCJwIjoiaiJ9" TargetMode="External"/><Relationship Id="rId4" Type="http://schemas.openxmlformats.org/officeDocument/2006/relationships/image" Target="../media/image21.png"/><Relationship Id="rId9" Type="http://schemas.microsoft.com/office/2007/relationships/hdphoto" Target="../media/hdphoto5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gif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openxmlformats.org/officeDocument/2006/relationships/image" Target="../media/image28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microsoft.com/office/2007/relationships/hdphoto" Target="../media/hdphoto5.wdp"/><Relationship Id="rId7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1.gif"/><Relationship Id="rId5" Type="http://schemas.openxmlformats.org/officeDocument/2006/relationships/image" Target="../media/image36.png"/><Relationship Id="rId10" Type="http://schemas.openxmlformats.org/officeDocument/2006/relationships/image" Target="../media/image40.gif"/><Relationship Id="rId4" Type="http://schemas.openxmlformats.org/officeDocument/2006/relationships/image" Target="../media/image14.png"/><Relationship Id="rId9" Type="http://schemas.microsoft.com/office/2007/relationships/hdphoto" Target="../media/hdphoto7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4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6.png"/><Relationship Id="rId7" Type="http://schemas.microsoft.com/office/2007/relationships/hdphoto" Target="../media/hdphoto5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16.gif"/><Relationship Id="rId4" Type="http://schemas.openxmlformats.org/officeDocument/2006/relationships/image" Target="../media/image8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8.png"/><Relationship Id="rId7" Type="http://schemas.openxmlformats.org/officeDocument/2006/relationships/image" Target="../media/image40.gi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gif"/><Relationship Id="rId5" Type="http://schemas.microsoft.com/office/2007/relationships/hdphoto" Target="../media/hdphoto5.wdp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9.wdp"/><Relationship Id="rId5" Type="http://schemas.openxmlformats.org/officeDocument/2006/relationships/image" Target="../media/image52.png"/><Relationship Id="rId4" Type="http://schemas.microsoft.com/office/2007/relationships/hdphoto" Target="../media/hdphoto8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8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06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1E2BCD6-A350-D785-4995-58324A33C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000" y="1066799"/>
            <a:ext cx="4075200" cy="1555177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BEYOND THE SCREEN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E346CF6-7D75-AE3A-FD32-CED0BB9F9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8504" y="4520666"/>
            <a:ext cx="4075200" cy="20899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11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Giada Napoli (0771315)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Giulia Maltese (0771372)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Mattia Militello (0785287)</a:t>
            </a:r>
          </a:p>
        </p:txBody>
      </p:sp>
      <p:grpSp>
        <p:nvGrpSpPr>
          <p:cNvPr id="23" name="Group 10">
            <a:extLst>
              <a:ext uri="{FF2B5EF4-FFF2-40B4-BE49-F238E27FC236}">
                <a16:creationId xmlns:a16="http://schemas.microsoft.com/office/drawing/2014/main" id="{50F37AA1-A09B-4E28-987B-38E5060E1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19525" y="2840038"/>
            <a:ext cx="2216150" cy="1177924"/>
            <a:chOff x="4987925" y="2840038"/>
            <a:chExt cx="2216150" cy="117792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874D018-FDBA-4AD4-8C74-17D41F4FB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B43F5C4-EF74-49F4-97CB-97938DDC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B74E0761-A6EC-4896-A2D4-97A0AF0AA0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9" name="Freeform 68">
                  <a:extLst>
                    <a:ext uri="{FF2B5EF4-FFF2-40B4-BE49-F238E27FC236}">
                      <a16:creationId xmlns:a16="http://schemas.microsoft.com/office/drawing/2014/main" id="{E02DDA0C-BC2F-4EA7-B34E-E0A38B82BA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69">
                  <a:extLst>
                    <a:ext uri="{FF2B5EF4-FFF2-40B4-BE49-F238E27FC236}">
                      <a16:creationId xmlns:a16="http://schemas.microsoft.com/office/drawing/2014/main" id="{CF13B05D-4163-4B4E-A2D2-FA7ED94682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Line 70">
                  <a:extLst>
                    <a:ext uri="{FF2B5EF4-FFF2-40B4-BE49-F238E27FC236}">
                      <a16:creationId xmlns:a16="http://schemas.microsoft.com/office/drawing/2014/main" id="{6D222543-B140-45C1-A731-C56E6B3A17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1D25868-4B38-41A5-8DA7-BB01E85342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6" name="Freeform 68">
                  <a:extLst>
                    <a:ext uri="{FF2B5EF4-FFF2-40B4-BE49-F238E27FC236}">
                      <a16:creationId xmlns:a16="http://schemas.microsoft.com/office/drawing/2014/main" id="{9BA6FA89-CCD8-4CC0-954F-FBBFA59737E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69">
                  <a:extLst>
                    <a:ext uri="{FF2B5EF4-FFF2-40B4-BE49-F238E27FC236}">
                      <a16:creationId xmlns:a16="http://schemas.microsoft.com/office/drawing/2014/main" id="{73005E59-2B44-4A62-A8F1-504FB1706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Line 70">
                  <a:extLst>
                    <a:ext uri="{FF2B5EF4-FFF2-40B4-BE49-F238E27FC236}">
                      <a16:creationId xmlns:a16="http://schemas.microsoft.com/office/drawing/2014/main" id="{C9AB3E16-8B92-47B2-BA2E-02935767A80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24" name="Picture 3" descr="Vista dall’alto di uno spazio di lavoro verde menta con un computer portatile, un caffè, un blocco appunti, una penna, occhiali e mouse">
            <a:extLst>
              <a:ext uri="{FF2B5EF4-FFF2-40B4-BE49-F238E27FC236}">
                <a16:creationId xmlns:a16="http://schemas.microsoft.com/office/drawing/2014/main" id="{58C22620-7789-20A5-8B94-F3A0A3DE78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515" b="-2"/>
          <a:stretch>
            <a:fillRect/>
          </a:stretch>
        </p:blipFill>
        <p:spPr>
          <a:xfrm>
            <a:off x="6055200" y="-6306"/>
            <a:ext cx="6111538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8F7188F2-C7DD-1A78-AE03-A55D77F87AFF}"/>
              </a:ext>
            </a:extLst>
          </p:cNvPr>
          <p:cNvSpPr/>
          <p:nvPr/>
        </p:nvSpPr>
        <p:spPr>
          <a:xfrm>
            <a:off x="790134" y="1066799"/>
            <a:ext cx="4474932" cy="156966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4800" u="sng" dirty="0">
                <a:latin typeface="+mj-lt"/>
              </a:rPr>
              <a:t>BEYOND THE</a:t>
            </a:r>
          </a:p>
          <a:p>
            <a:pPr algn="ctr"/>
            <a:r>
              <a:rPr lang="it-IT" sz="4800" u="sng" dirty="0">
                <a:latin typeface="+mj-lt"/>
              </a:rPr>
              <a:t>SCREEN</a:t>
            </a:r>
            <a:endParaRPr lang="it-IT" sz="4800" b="0" u="sng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3AD4C75-15B0-E653-CD41-85D3AC929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183" l="4905" r="93188"/>
                    </a14:imgEffect>
                    <a14:imgEffect>
                      <a14:brightnessContrast bright="-8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035" y="2525023"/>
            <a:ext cx="1807953" cy="1807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BA14DF2-ECD3-3F70-0075-F1006FE721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438" b="99063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306" y="640798"/>
            <a:ext cx="1689051" cy="168905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BDFC729-A9B8-8498-9E02-4998C5D657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600" b="9856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525189" y="593653"/>
            <a:ext cx="2104103" cy="1514799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07955BAD-F4DE-D33B-E0A0-E98044672A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5" r="5475" b="6732"/>
          <a:stretch>
            <a:fillRect/>
          </a:stretch>
        </p:blipFill>
        <p:spPr>
          <a:xfrm>
            <a:off x="6060254" y="-21377"/>
            <a:ext cx="6131746" cy="688568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8F941E5-5238-C053-72E8-31827D92EF4A}"/>
              </a:ext>
            </a:extLst>
          </p:cNvPr>
          <p:cNvSpPr txBox="1"/>
          <p:nvPr/>
        </p:nvSpPr>
        <p:spPr>
          <a:xfrm>
            <a:off x="1103671" y="981720"/>
            <a:ext cx="6356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2° revisione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2DF6616-DCE3-9DC0-E6CB-CE2FB2C54B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183" l="4905" r="93188"/>
                    </a14:imgEffect>
                    <a14:imgEffect>
                      <a14:sharpenSoften amoun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169" y="2517487"/>
            <a:ext cx="1807953" cy="1807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9544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2D76E3-BBAC-4D3C-9314-D3076FA90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9367037-AFC9-BD39-08E1-1D5D097C5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562" y="-376711"/>
            <a:ext cx="4056405" cy="1082292"/>
          </a:xfrm>
        </p:spPr>
        <p:txBody>
          <a:bodyPr wrap="square" anchor="b">
            <a:normAutofit/>
          </a:bodyPr>
          <a:lstStyle/>
          <a:p>
            <a:pPr algn="ctr"/>
            <a:r>
              <a:rPr lang="it-IT" sz="3600" b="1" u="sng" dirty="0">
                <a:latin typeface="Goudy Old Style" panose="02020502050305020303" pitchFamily="18" charset="0"/>
                <a:cs typeface="Times New Roman" panose="02020603050405020304" pitchFamily="18" charset="0"/>
              </a:rPr>
              <a:t>Recap Gioco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C945D9-C3DE-4D90-9F29-7BE223A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8D338B3-6DA4-45F7-91E3-7D8C28D0B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0" name="Freeform 64">
                <a:extLst>
                  <a:ext uri="{FF2B5EF4-FFF2-40B4-BE49-F238E27FC236}">
                    <a16:creationId xmlns:a16="http://schemas.microsoft.com/office/drawing/2014/main" id="{6185FD3E-487C-45A4-AD94-24F4F7BACD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81">
                <a:extLst>
                  <a:ext uri="{FF2B5EF4-FFF2-40B4-BE49-F238E27FC236}">
                    <a16:creationId xmlns:a16="http://schemas.microsoft.com/office/drawing/2014/main" id="{DABEF2EB-1FA6-476D-ADEC-ACC991D1EE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61">
                <a:extLst>
                  <a:ext uri="{FF2B5EF4-FFF2-40B4-BE49-F238E27FC236}">
                    <a16:creationId xmlns:a16="http://schemas.microsoft.com/office/drawing/2014/main" id="{702C2E5D-FD1A-49AB-9CF7-7F656660A9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78">
                <a:extLst>
                  <a:ext uri="{FF2B5EF4-FFF2-40B4-BE49-F238E27FC236}">
                    <a16:creationId xmlns:a16="http://schemas.microsoft.com/office/drawing/2014/main" id="{FE338B6A-36C1-4245-B24F-94D4DE5F7C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84">
                <a:extLst>
                  <a:ext uri="{FF2B5EF4-FFF2-40B4-BE49-F238E27FC236}">
                    <a16:creationId xmlns:a16="http://schemas.microsoft.com/office/drawing/2014/main" id="{6CDA6293-4165-4383-9C97-2A66792280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87">
                <a:extLst>
                  <a:ext uri="{FF2B5EF4-FFF2-40B4-BE49-F238E27FC236}">
                    <a16:creationId xmlns:a16="http://schemas.microsoft.com/office/drawing/2014/main" id="{CACA95C4-6FB3-44B0-981E-06BBAE8F02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60">
                <a:extLst>
                  <a:ext uri="{FF2B5EF4-FFF2-40B4-BE49-F238E27FC236}">
                    <a16:creationId xmlns:a16="http://schemas.microsoft.com/office/drawing/2014/main" id="{87433F39-33A6-4FCE-9B83-3D9A47A7C5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59">
                <a:extLst>
                  <a:ext uri="{FF2B5EF4-FFF2-40B4-BE49-F238E27FC236}">
                    <a16:creationId xmlns:a16="http://schemas.microsoft.com/office/drawing/2014/main" id="{09C092FC-35CB-41D8-8B13-9A238EE30C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62">
                <a:extLst>
                  <a:ext uri="{FF2B5EF4-FFF2-40B4-BE49-F238E27FC236}">
                    <a16:creationId xmlns:a16="http://schemas.microsoft.com/office/drawing/2014/main" id="{A0DF137B-3079-4986-913B-939546E64D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65">
                <a:extLst>
                  <a:ext uri="{FF2B5EF4-FFF2-40B4-BE49-F238E27FC236}">
                    <a16:creationId xmlns:a16="http://schemas.microsoft.com/office/drawing/2014/main" id="{D660B18D-F0F5-419B-B3F1-B039757C95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79">
                <a:extLst>
                  <a:ext uri="{FF2B5EF4-FFF2-40B4-BE49-F238E27FC236}">
                    <a16:creationId xmlns:a16="http://schemas.microsoft.com/office/drawing/2014/main" id="{80FAC823-69BF-42B9-BA6A-E365E721EB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82">
                <a:extLst>
                  <a:ext uri="{FF2B5EF4-FFF2-40B4-BE49-F238E27FC236}">
                    <a16:creationId xmlns:a16="http://schemas.microsoft.com/office/drawing/2014/main" id="{5B5DFB3A-61ED-4206-9B53-3E8A8CE9FF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5">
                <a:extLst>
                  <a:ext uri="{FF2B5EF4-FFF2-40B4-BE49-F238E27FC236}">
                    <a16:creationId xmlns:a16="http://schemas.microsoft.com/office/drawing/2014/main" id="{C72D0A40-CAB7-45AB-B832-628D138C69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8">
                <a:extLst>
                  <a:ext uri="{FF2B5EF4-FFF2-40B4-BE49-F238E27FC236}">
                    <a16:creationId xmlns:a16="http://schemas.microsoft.com/office/drawing/2014/main" id="{A1757DD3-2A1D-4CED-A678-ECE520A1B4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42918845-1F95-46C2-8F59-32EB33C4A3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45" name="Line 63">
                  <a:extLst>
                    <a:ext uri="{FF2B5EF4-FFF2-40B4-BE49-F238E27FC236}">
                      <a16:creationId xmlns:a16="http://schemas.microsoft.com/office/drawing/2014/main" id="{E7391FC0-5104-4751-BB86-0D12BFFBE32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Line 66">
                  <a:extLst>
                    <a:ext uri="{FF2B5EF4-FFF2-40B4-BE49-F238E27FC236}">
                      <a16:creationId xmlns:a16="http://schemas.microsoft.com/office/drawing/2014/main" id="{094BBC13-5B24-4DFD-A5AD-892345304C5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Line 67">
                  <a:extLst>
                    <a:ext uri="{FF2B5EF4-FFF2-40B4-BE49-F238E27FC236}">
                      <a16:creationId xmlns:a16="http://schemas.microsoft.com/office/drawing/2014/main" id="{5D6BCBF6-E4C8-49C4-BCE6-A57F7EB6CAC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Line 80">
                  <a:extLst>
                    <a:ext uri="{FF2B5EF4-FFF2-40B4-BE49-F238E27FC236}">
                      <a16:creationId xmlns:a16="http://schemas.microsoft.com/office/drawing/2014/main" id="{4A5F536F-42F0-4F01-9893-075DD5BCCE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Line 83">
                  <a:extLst>
                    <a:ext uri="{FF2B5EF4-FFF2-40B4-BE49-F238E27FC236}">
                      <a16:creationId xmlns:a16="http://schemas.microsoft.com/office/drawing/2014/main" id="{60BE5073-8B4E-47B4-AC5B-31D8FD99D2C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Line 86">
                  <a:extLst>
                    <a:ext uri="{FF2B5EF4-FFF2-40B4-BE49-F238E27FC236}">
                      <a16:creationId xmlns:a16="http://schemas.microsoft.com/office/drawing/2014/main" id="{B210067F-EA9E-4248-B2D2-39D656B3AF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Line 89">
                  <a:extLst>
                    <a:ext uri="{FF2B5EF4-FFF2-40B4-BE49-F238E27FC236}">
                      <a16:creationId xmlns:a16="http://schemas.microsoft.com/office/drawing/2014/main" id="{B5121029-6739-4142-9E53-48DCA4F8BDC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6776FFF-7CFE-4739-9104-473DA368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39C6C41-5DF4-4A11-89B7-BAB3F63B58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6F0F36F-7ABB-4F4C-9CC5-443B1936F48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4F2DB5F0-FD30-4907-86AB-7DA7CA3E31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Rectangle 30">
                  <a:extLst>
                    <a:ext uri="{FF2B5EF4-FFF2-40B4-BE49-F238E27FC236}">
                      <a16:creationId xmlns:a16="http://schemas.microsoft.com/office/drawing/2014/main" id="{0A419F00-E825-4E5E-92EA-DDF22BB2FB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30">
                  <a:extLst>
                    <a:ext uri="{FF2B5EF4-FFF2-40B4-BE49-F238E27FC236}">
                      <a16:creationId xmlns:a16="http://schemas.microsoft.com/office/drawing/2014/main" id="{D7C5E6F1-BF29-4F80-A5F4-81345C29015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2CEDE34-3360-4BFF-8F28-053990E691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898E96F4-030D-444B-B62F-0DA0283377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A5D902ED-F254-4B06-9B62-AF188FF41A7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EBB14B7-5333-4EA3-A883-B3D949DA56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F2F0B6D-3339-445E-AE6F-EA80BB952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9" name="Freeform 68">
                  <a:extLst>
                    <a:ext uri="{FF2B5EF4-FFF2-40B4-BE49-F238E27FC236}">
                      <a16:creationId xmlns:a16="http://schemas.microsoft.com/office/drawing/2014/main" id="{1FD745BE-AAE8-4FD8-B107-4730C82F8C7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69">
                  <a:extLst>
                    <a:ext uri="{FF2B5EF4-FFF2-40B4-BE49-F238E27FC236}">
                      <a16:creationId xmlns:a16="http://schemas.microsoft.com/office/drawing/2014/main" id="{55D7086E-72EA-4FBD-8B82-D3ECF7D5137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Line 70">
                  <a:extLst>
                    <a:ext uri="{FF2B5EF4-FFF2-40B4-BE49-F238E27FC236}">
                      <a16:creationId xmlns:a16="http://schemas.microsoft.com/office/drawing/2014/main" id="{246D59ED-9B4E-4F44-B189-00E3B8D72DC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726404C-494E-4C74-9581-BE06BE0D27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6" name="Freeform 68">
                  <a:extLst>
                    <a:ext uri="{FF2B5EF4-FFF2-40B4-BE49-F238E27FC236}">
                      <a16:creationId xmlns:a16="http://schemas.microsoft.com/office/drawing/2014/main" id="{C61F0CD3-7875-46CD-A844-0B022BEF275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69">
                  <a:extLst>
                    <a:ext uri="{FF2B5EF4-FFF2-40B4-BE49-F238E27FC236}">
                      <a16:creationId xmlns:a16="http://schemas.microsoft.com/office/drawing/2014/main" id="{D83F2F78-08A8-49BE-AF85-1C3DD28602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Line 70">
                  <a:extLst>
                    <a:ext uri="{FF2B5EF4-FFF2-40B4-BE49-F238E27FC236}">
                      <a16:creationId xmlns:a16="http://schemas.microsoft.com/office/drawing/2014/main" id="{93069262-0DE6-4BA7-9773-656AF1E6CF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2725E2D-27B9-4A2E-B161-230C61B08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5C23123-3C5C-4A8B-AD1C-138D7B73D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DC1AC98-A945-45DC-A533-43311AB5AF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75" name="Freeform 64">
                <a:extLst>
                  <a:ext uri="{FF2B5EF4-FFF2-40B4-BE49-F238E27FC236}">
                    <a16:creationId xmlns:a16="http://schemas.microsoft.com/office/drawing/2014/main" id="{525BFDD7-7DC7-4933-95CA-274FF3A12B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81">
                <a:extLst>
                  <a:ext uri="{FF2B5EF4-FFF2-40B4-BE49-F238E27FC236}">
                    <a16:creationId xmlns:a16="http://schemas.microsoft.com/office/drawing/2014/main" id="{56EAE20D-E363-445F-AAA9-8923C7A41D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61">
                <a:extLst>
                  <a:ext uri="{FF2B5EF4-FFF2-40B4-BE49-F238E27FC236}">
                    <a16:creationId xmlns:a16="http://schemas.microsoft.com/office/drawing/2014/main" id="{63DF7269-8701-4F88-89A3-EA45D9DF59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2DDEEFE7-743E-40D3-AB86-C074CADC93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84">
                <a:extLst>
                  <a:ext uri="{FF2B5EF4-FFF2-40B4-BE49-F238E27FC236}">
                    <a16:creationId xmlns:a16="http://schemas.microsoft.com/office/drawing/2014/main" id="{6DC0260D-7AA3-4733-B3CB-6389FCCABD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87">
                <a:extLst>
                  <a:ext uri="{FF2B5EF4-FFF2-40B4-BE49-F238E27FC236}">
                    <a16:creationId xmlns:a16="http://schemas.microsoft.com/office/drawing/2014/main" id="{E9487A85-3305-4BD8-A4FB-7939820DE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60">
                <a:extLst>
                  <a:ext uri="{FF2B5EF4-FFF2-40B4-BE49-F238E27FC236}">
                    <a16:creationId xmlns:a16="http://schemas.microsoft.com/office/drawing/2014/main" id="{9A56408A-8D1F-4308-888A-C10250ED40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59">
                <a:extLst>
                  <a:ext uri="{FF2B5EF4-FFF2-40B4-BE49-F238E27FC236}">
                    <a16:creationId xmlns:a16="http://schemas.microsoft.com/office/drawing/2014/main" id="{B8EA7519-3D12-4CBF-9CF9-2DBF5379C4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62">
                <a:extLst>
                  <a:ext uri="{FF2B5EF4-FFF2-40B4-BE49-F238E27FC236}">
                    <a16:creationId xmlns:a16="http://schemas.microsoft.com/office/drawing/2014/main" id="{CBCFA958-AB70-45BC-86FB-95916AC882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65">
                <a:extLst>
                  <a:ext uri="{FF2B5EF4-FFF2-40B4-BE49-F238E27FC236}">
                    <a16:creationId xmlns:a16="http://schemas.microsoft.com/office/drawing/2014/main" id="{EC7CC8AD-3574-4368-9084-30AA269FB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79">
                <a:extLst>
                  <a:ext uri="{FF2B5EF4-FFF2-40B4-BE49-F238E27FC236}">
                    <a16:creationId xmlns:a16="http://schemas.microsoft.com/office/drawing/2014/main" id="{AAF385D0-C8F4-4D2E-A604-55B0C4A37A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82">
                <a:extLst>
                  <a:ext uri="{FF2B5EF4-FFF2-40B4-BE49-F238E27FC236}">
                    <a16:creationId xmlns:a16="http://schemas.microsoft.com/office/drawing/2014/main" id="{5807D27C-D4CF-4DD8-95BF-BE0E820995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85">
                <a:extLst>
                  <a:ext uri="{FF2B5EF4-FFF2-40B4-BE49-F238E27FC236}">
                    <a16:creationId xmlns:a16="http://schemas.microsoft.com/office/drawing/2014/main" id="{AF358179-B76F-48FB-9D1E-25F2B422B7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8">
                <a:extLst>
                  <a:ext uri="{FF2B5EF4-FFF2-40B4-BE49-F238E27FC236}">
                    <a16:creationId xmlns:a16="http://schemas.microsoft.com/office/drawing/2014/main" id="{4F860F54-6F02-429D-84F9-216C593FDA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AF2CD1C6-D2DC-4C27-A7A3-0D6ECCB7B2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0" name="Line 63">
                  <a:extLst>
                    <a:ext uri="{FF2B5EF4-FFF2-40B4-BE49-F238E27FC236}">
                      <a16:creationId xmlns:a16="http://schemas.microsoft.com/office/drawing/2014/main" id="{17251CE3-FBBE-4B37-B229-DF726C4AE56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" name="Line 66">
                  <a:extLst>
                    <a:ext uri="{FF2B5EF4-FFF2-40B4-BE49-F238E27FC236}">
                      <a16:creationId xmlns:a16="http://schemas.microsoft.com/office/drawing/2014/main" id="{14522961-6FA8-43A3-894B-20435789E3A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" name="Line 67">
                  <a:extLst>
                    <a:ext uri="{FF2B5EF4-FFF2-40B4-BE49-F238E27FC236}">
                      <a16:creationId xmlns:a16="http://schemas.microsoft.com/office/drawing/2014/main" id="{54230A9C-2E62-416C-A910-A26CB0BB744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Line 80">
                  <a:extLst>
                    <a:ext uri="{FF2B5EF4-FFF2-40B4-BE49-F238E27FC236}">
                      <a16:creationId xmlns:a16="http://schemas.microsoft.com/office/drawing/2014/main" id="{EDC7B8CE-339C-4B31-9A1E-1E6F3F20E51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Line 83">
                  <a:extLst>
                    <a:ext uri="{FF2B5EF4-FFF2-40B4-BE49-F238E27FC236}">
                      <a16:creationId xmlns:a16="http://schemas.microsoft.com/office/drawing/2014/main" id="{D5900B3C-A349-4C11-8871-F0C656F06A2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Line 86">
                  <a:extLst>
                    <a:ext uri="{FF2B5EF4-FFF2-40B4-BE49-F238E27FC236}">
                      <a16:creationId xmlns:a16="http://schemas.microsoft.com/office/drawing/2014/main" id="{B836DF39-5332-440E-BD43-94EF14B9F7A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Line 89">
                  <a:extLst>
                    <a:ext uri="{FF2B5EF4-FFF2-40B4-BE49-F238E27FC236}">
                      <a16:creationId xmlns:a16="http://schemas.microsoft.com/office/drawing/2014/main" id="{25596AFB-7112-451F-A40E-C4D365BC05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67B87DF-BE21-4275-A328-36294B5E8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5DF7768E-3A7E-48EA-AE6B-544137E017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0C7E39C2-9BBA-4C6E-B352-FADF72FF84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55FF2688-1869-4A97-A594-AD2F8C720A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Rectangle 30">
                  <a:extLst>
                    <a:ext uri="{FF2B5EF4-FFF2-40B4-BE49-F238E27FC236}">
                      <a16:creationId xmlns:a16="http://schemas.microsoft.com/office/drawing/2014/main" id="{035F350E-CDEC-47D7-B1F6-BB33F7263D5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Rectangle 30">
                  <a:extLst>
                    <a:ext uri="{FF2B5EF4-FFF2-40B4-BE49-F238E27FC236}">
                      <a16:creationId xmlns:a16="http://schemas.microsoft.com/office/drawing/2014/main" id="{32757671-5219-4448-9D74-96978B78FB2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A62FFE05-1BB5-478B-ACB7-0201D6E0B8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08CF1D90-5BE7-4777-9D00-4B898D6A5D0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D066325E-CB67-49CD-9A41-2CFD6BCC903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405EB12-3265-4FD8-AE15-B453CFF08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BCD1DA60-1F78-4286-AD75-48457E4E42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4" name="Freeform 68">
                  <a:extLst>
                    <a:ext uri="{FF2B5EF4-FFF2-40B4-BE49-F238E27FC236}">
                      <a16:creationId xmlns:a16="http://schemas.microsoft.com/office/drawing/2014/main" id="{F2434CC9-D9BE-4CC5-A618-AC659C5CBD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69">
                  <a:extLst>
                    <a:ext uri="{FF2B5EF4-FFF2-40B4-BE49-F238E27FC236}">
                      <a16:creationId xmlns:a16="http://schemas.microsoft.com/office/drawing/2014/main" id="{B9A88CD6-DA9C-42B2-A37B-5A0E1BED75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Line 70">
                  <a:extLst>
                    <a:ext uri="{FF2B5EF4-FFF2-40B4-BE49-F238E27FC236}">
                      <a16:creationId xmlns:a16="http://schemas.microsoft.com/office/drawing/2014/main" id="{4A018333-A419-44AE-9CF5-57D5319073C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4C9BB730-80E2-4F3A-882B-7ED9186ABD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1" name="Freeform 68">
                  <a:extLst>
                    <a:ext uri="{FF2B5EF4-FFF2-40B4-BE49-F238E27FC236}">
                      <a16:creationId xmlns:a16="http://schemas.microsoft.com/office/drawing/2014/main" id="{D48E4E69-835A-40C7-A548-8947A81DC1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Freeform 69">
                  <a:extLst>
                    <a:ext uri="{FF2B5EF4-FFF2-40B4-BE49-F238E27FC236}">
                      <a16:creationId xmlns:a16="http://schemas.microsoft.com/office/drawing/2014/main" id="{E4F80DAC-11B8-4A6F-9CAA-8C62C6A2E6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Line 70">
                  <a:extLst>
                    <a:ext uri="{FF2B5EF4-FFF2-40B4-BE49-F238E27FC236}">
                      <a16:creationId xmlns:a16="http://schemas.microsoft.com/office/drawing/2014/main" id="{FF491AF2-6D67-4650-B34C-5BB5F11284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52" name="Immagine 51">
            <a:extLst>
              <a:ext uri="{FF2B5EF4-FFF2-40B4-BE49-F238E27FC236}">
                <a16:creationId xmlns:a16="http://schemas.microsoft.com/office/drawing/2014/main" id="{20FBD414-A754-F532-4E2B-197473569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043" b="89894" l="3731" r="99254">
                        <a14:foregroundMark x1="13806" y1="69149" x2="26866" y2="51596"/>
                        <a14:foregroundMark x1="60075" y1="74468" x2="81716" y2="56383"/>
                        <a14:foregroundMark x1="39179" y1="58511" x2="38806" y2="85638"/>
                        <a14:foregroundMark x1="8209" y1="57979" x2="18284" y2="50532"/>
                        <a14:foregroundMark x1="21642" y1="50532" x2="39552" y2="579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541" y="1022803"/>
            <a:ext cx="849708" cy="5960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7" name="Immagine 96">
            <a:extLst>
              <a:ext uri="{FF2B5EF4-FFF2-40B4-BE49-F238E27FC236}">
                <a16:creationId xmlns:a16="http://schemas.microsoft.com/office/drawing/2014/main" id="{7A7242C7-296C-E547-9818-A150653055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833600" y="-221004"/>
            <a:ext cx="877300" cy="1096626"/>
          </a:xfrm>
          <a:prstGeom prst="rect">
            <a:avLst/>
          </a:prstGeom>
        </p:spPr>
      </p:pic>
      <p:pic>
        <p:nvPicPr>
          <p:cNvPr id="103" name="Immagine 102">
            <a:extLst>
              <a:ext uri="{FF2B5EF4-FFF2-40B4-BE49-F238E27FC236}">
                <a16:creationId xmlns:a16="http://schemas.microsoft.com/office/drawing/2014/main" id="{1B7E3FD4-29AE-7105-7AF7-F10EC84FDC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604" y="-62341"/>
            <a:ext cx="1092429" cy="1092429"/>
          </a:xfrm>
          <a:prstGeom prst="rect">
            <a:avLst/>
          </a:prstGeom>
        </p:spPr>
      </p:pic>
      <p:pic>
        <p:nvPicPr>
          <p:cNvPr id="105" name="Immagine 104">
            <a:extLst>
              <a:ext uri="{FF2B5EF4-FFF2-40B4-BE49-F238E27FC236}">
                <a16:creationId xmlns:a16="http://schemas.microsoft.com/office/drawing/2014/main" id="{C9D1E28D-CFEB-9736-8A79-C05D85B7DC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504" y="-85129"/>
            <a:ext cx="743984" cy="982763"/>
          </a:xfrm>
          <a:prstGeom prst="rect">
            <a:avLst/>
          </a:prstGeom>
        </p:spPr>
      </p:pic>
      <p:pic>
        <p:nvPicPr>
          <p:cNvPr id="102" name="Immagine 101">
            <a:extLst>
              <a:ext uri="{FF2B5EF4-FFF2-40B4-BE49-F238E27FC236}">
                <a16:creationId xmlns:a16="http://schemas.microsoft.com/office/drawing/2014/main" id="{D65F914F-5B10-9109-C945-E149686CF7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1" b="3859"/>
          <a:stretch>
            <a:fillRect/>
          </a:stretch>
        </p:blipFill>
        <p:spPr>
          <a:xfrm>
            <a:off x="-36497" y="3237735"/>
            <a:ext cx="5495977" cy="35083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9CD5D82-3AF9-34DA-2CC5-B1DE63DFAE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20"/>
          <a:stretch>
            <a:fillRect/>
          </a:stretch>
        </p:blipFill>
        <p:spPr>
          <a:xfrm>
            <a:off x="-43142" y="-28341"/>
            <a:ext cx="5495977" cy="32971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4" name="Titolo 1">
            <a:extLst>
              <a:ext uri="{FF2B5EF4-FFF2-40B4-BE49-F238E27FC236}">
                <a16:creationId xmlns:a16="http://schemas.microsoft.com/office/drawing/2014/main" id="{2CFABD4A-B1CC-0A99-2AD0-5DA86F6C39CA}"/>
              </a:ext>
            </a:extLst>
          </p:cNvPr>
          <p:cNvSpPr txBox="1">
            <a:spLocks/>
          </p:cNvSpPr>
          <p:nvPr/>
        </p:nvSpPr>
        <p:spPr>
          <a:xfrm>
            <a:off x="6495393" y="515664"/>
            <a:ext cx="5946989" cy="361799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 fontScale="2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FontTx/>
              <a:buChar char="-"/>
            </a:pP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Ingresso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nel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gioco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simil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Jumanji.</a:t>
            </a:r>
          </a:p>
          <a:p>
            <a:pPr>
              <a:buFontTx/>
              <a:buChar char="-"/>
            </a:pP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player ha 3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abilit</a:t>
            </a:r>
            <a:r>
              <a:rPr lang="it-IT" sz="7400" dirty="0"/>
              <a:t>à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danno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furtività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intelligenza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diverse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scelte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influenzano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morale del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personaggio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Tx/>
              <a:buChar char="-"/>
            </a:pP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player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affrontare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ogni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livello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nemico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diverso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delle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propriet</a:t>
            </a:r>
            <a:r>
              <a:rPr lang="it-IT" sz="7400" dirty="0"/>
              <a:t>à </a:t>
            </a:r>
            <a:r>
              <a:rPr lang="it-IT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singole.</a:t>
            </a:r>
          </a:p>
          <a:p>
            <a:pPr>
              <a:buFontTx/>
              <a:buChar char="-"/>
            </a:pPr>
            <a:endParaRPr lang="it-IT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it-IT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Livelli che vanno ad aumentare di difficoltà.</a:t>
            </a:r>
          </a:p>
          <a:p>
            <a:pPr>
              <a:buFontTx/>
              <a:buChar char="-"/>
            </a:pPr>
            <a:endParaRPr lang="it-IT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it-IT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 che cambiano ad ogni livello.</a:t>
            </a:r>
          </a:p>
          <a:p>
            <a:pPr algn="ctr"/>
            <a:endParaRPr lang="it-IT" sz="3600" b="1" u="sng" dirty="0">
              <a:latin typeface="Goudy Old Style" panose="02020502050305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101" name="Immagine 100">
            <a:extLst>
              <a:ext uri="{FF2B5EF4-FFF2-40B4-BE49-F238E27FC236}">
                <a16:creationId xmlns:a16="http://schemas.microsoft.com/office/drawing/2014/main" id="{A2FD9362-6BFC-3CCB-2CA4-ABF374FA20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17718" y="-737178"/>
            <a:ext cx="1900921" cy="2176549"/>
          </a:xfrm>
          <a:prstGeom prst="rect">
            <a:avLst/>
          </a:prstGeom>
        </p:spPr>
      </p:pic>
      <p:pic>
        <p:nvPicPr>
          <p:cNvPr id="107" name="Immagine 106">
            <a:extLst>
              <a:ext uri="{FF2B5EF4-FFF2-40B4-BE49-F238E27FC236}">
                <a16:creationId xmlns:a16="http://schemas.microsoft.com/office/drawing/2014/main" id="{3F7E9C5E-9551-798A-1C1D-8AC5D116D8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175" y="3667758"/>
            <a:ext cx="2827488" cy="282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08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EF3B12-DB18-04C4-CF8C-574F1E79A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75728" y="173304"/>
            <a:ext cx="10213200" cy="647127"/>
          </a:xfrm>
        </p:spPr>
        <p:txBody>
          <a:bodyPr/>
          <a:lstStyle/>
          <a:p>
            <a:pPr algn="ctr"/>
            <a:r>
              <a:rPr lang="it-IT" b="1" u="sng" dirty="0"/>
              <a:t>Obiettivo di questi sprint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17B3CFD-E95F-61B6-9F4D-E48AE0333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95" y="223514"/>
            <a:ext cx="859971" cy="48922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44D335A6-F0FB-AA3D-09E0-2AAE7632D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029" y="252253"/>
            <a:ext cx="859971" cy="489228"/>
          </a:xfrm>
          <a:prstGeom prst="rect">
            <a:avLst/>
          </a:prstGeom>
        </p:spPr>
      </p:pic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19366FA4-31FB-601C-021E-7FD57F97A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61" y="803279"/>
            <a:ext cx="8280123" cy="564668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Evolutivo delle Statistiche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Implementazione delle quattro abilità core (Danno, Furtività, Intelligenza e Moralità) con logica di crescita dinamica basata sulle scelte del giocatore.</a:t>
            </a:r>
          </a:p>
          <a:p>
            <a:pPr>
              <a:lnSpc>
                <a:spcPct val="100000"/>
              </a:lnSpc>
              <a:buFontTx/>
              <a:buChar char="-"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Gerarchia dei Nemici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Method): Creazione di una struttura scalabile per i Boss (Goblin, Anubi,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Chica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Yeti,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SerpenteTreTeste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ognuno con statistiche e comportamenti di attacco unici.</a:t>
            </a:r>
          </a:p>
          <a:p>
            <a:pPr marL="0" indent="0">
              <a:lnSpc>
                <a:spcPct val="100000"/>
              </a:lnSpc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Gestione Equipaggiamento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(Abstract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Sviluppo di un sistema di generazione oggetti diviso per livelli, che include intere famiglie di Armi, Pozioni e Armature calibrate sulla progressione del gioco.</a:t>
            </a:r>
          </a:p>
          <a:p>
            <a:pPr marL="0" indent="0">
              <a:lnSpc>
                <a:spcPct val="100000"/>
              </a:lnSpc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Interazioni NPC e Dialoghi Cooperativi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Method): Creazione di un sistema di incontro con personaggi non giocanti che permette a entrambi i player di compiere scelte morali divergenti che influenzano lo stato del gioco.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736E2E5-BD11-6493-169A-C7FB4FED3D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75" b="8868"/>
          <a:stretch>
            <a:fillRect/>
          </a:stretch>
        </p:blipFill>
        <p:spPr>
          <a:xfrm>
            <a:off x="7771620" y="382359"/>
            <a:ext cx="2001713" cy="13054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EE2759AD-A371-856F-F267-17B5C7D016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55" t="25392" r="22350" b="10829"/>
          <a:stretch>
            <a:fillRect/>
          </a:stretch>
        </p:blipFill>
        <p:spPr>
          <a:xfrm>
            <a:off x="7762014" y="1991406"/>
            <a:ext cx="1162007" cy="12373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0FADE16-D5E1-F348-E253-6E25736ED3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21" t="15317" b="2397"/>
          <a:stretch>
            <a:fillRect/>
          </a:stretch>
        </p:blipFill>
        <p:spPr>
          <a:xfrm>
            <a:off x="8809772" y="2307860"/>
            <a:ext cx="963561" cy="11005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74BA0DE7-1B29-6D3D-1DD3-5ED4F2AD41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966" y="4028493"/>
            <a:ext cx="3539613" cy="26717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2594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DB8CF8-19EE-1537-C0C2-E12B94A95B11}"/>
              </a:ext>
            </a:extLst>
          </p:cNvPr>
          <p:cNvSpPr txBox="1">
            <a:spLocks/>
          </p:cNvSpPr>
          <p:nvPr/>
        </p:nvSpPr>
        <p:spPr>
          <a:xfrm>
            <a:off x="2861609" y="0"/>
            <a:ext cx="6468781" cy="57837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dirty="0"/>
              <a:t>SPRINT SU JIRA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43912B4-E551-77A9-EAA8-5F0F9D6B7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9993"/>
            <a:ext cx="7124391" cy="16496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5D3229D-DDC3-7ACA-3ABD-917AB3DF1F62}"/>
              </a:ext>
            </a:extLst>
          </p:cNvPr>
          <p:cNvSpPr txBox="1"/>
          <p:nvPr/>
        </p:nvSpPr>
        <p:spPr>
          <a:xfrm>
            <a:off x="-872613" y="503154"/>
            <a:ext cx="6120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"Monitoraggio Risorse e Potenziamento"</a:t>
            </a:r>
            <a:endParaRPr lang="it-IT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250B0AA-6B2A-D9DB-1853-256687B44BFC}"/>
              </a:ext>
            </a:extLst>
          </p:cNvPr>
          <p:cNvSpPr txBox="1"/>
          <p:nvPr/>
        </p:nvSpPr>
        <p:spPr>
          <a:xfrm>
            <a:off x="7570840" y="2509512"/>
            <a:ext cx="632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"Dinamiche di Incontro e Combattimento"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247AAD75-5E6A-CADB-FBA4-260C33D0B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614" y="2878844"/>
            <a:ext cx="7224386" cy="16460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8ED7268-97A3-EABE-74D7-8E36D26EAF12}"/>
              </a:ext>
            </a:extLst>
          </p:cNvPr>
          <p:cNvSpPr txBox="1"/>
          <p:nvPr/>
        </p:nvSpPr>
        <p:spPr>
          <a:xfrm>
            <a:off x="0" y="4474758"/>
            <a:ext cx="6312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"Persistenza e Evoluzione del Mondo"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D3BF8128-4945-184B-C4A2-804F8DBEF9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" r="1515" b="4284"/>
          <a:stretch>
            <a:fillRect/>
          </a:stretch>
        </p:blipFill>
        <p:spPr>
          <a:xfrm>
            <a:off x="11994" y="4894239"/>
            <a:ext cx="7742646" cy="16460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F1D42A7-BF61-8E9F-E823-C616F1B1B3D7}"/>
              </a:ext>
            </a:extLst>
          </p:cNvPr>
          <p:cNvSpPr txBox="1"/>
          <p:nvPr/>
        </p:nvSpPr>
        <p:spPr>
          <a:xfrm>
            <a:off x="8762729" y="5362932"/>
            <a:ext cx="7388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</a:t>
            </a:r>
            <a:r>
              <a:rPr lang="it-IT" sz="2800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Jira</a:t>
            </a:r>
            <a:endParaRPr lang="it-IT" sz="280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5D77339E-EA5F-8C8F-0ECD-D321B385F7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649" y="947710"/>
            <a:ext cx="1682603" cy="126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C7896579-C6C1-6474-A76B-E59299863E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177" y="2891276"/>
            <a:ext cx="1905000" cy="14287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86E1A6E3-CD61-FFB6-D93C-D422740ADC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824" y="-10623"/>
            <a:ext cx="859971" cy="489228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BCC13778-9858-529D-656E-0BA160C139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317" y="13926"/>
            <a:ext cx="859971" cy="48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4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6ADC8-DA03-CFBD-1E5B-74C421EC7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913EE8-CFB6-F665-DE01-5F576C5BF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D181E0-54FF-9411-4736-BB29FFC2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3385" y="153186"/>
            <a:ext cx="6468781" cy="578378"/>
          </a:xfrm>
        </p:spPr>
        <p:txBody>
          <a:bodyPr wrap="square" anchor="b">
            <a:normAutofit fontScale="90000"/>
          </a:bodyPr>
          <a:lstStyle/>
          <a:p>
            <a:pPr algn="ctr"/>
            <a:r>
              <a:rPr lang="it-IT" b="1" dirty="0"/>
              <a:t>SCHEMI UML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EF4BD6D-D1BF-DDBA-ACF2-0A46B87C7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0D9704D-5356-91DA-5CFD-46010A3BA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0" name="Freeform 64">
                <a:extLst>
                  <a:ext uri="{FF2B5EF4-FFF2-40B4-BE49-F238E27FC236}">
                    <a16:creationId xmlns:a16="http://schemas.microsoft.com/office/drawing/2014/main" id="{43E8821D-92B2-C474-E3C5-FA3B076FD9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81">
                <a:extLst>
                  <a:ext uri="{FF2B5EF4-FFF2-40B4-BE49-F238E27FC236}">
                    <a16:creationId xmlns:a16="http://schemas.microsoft.com/office/drawing/2014/main" id="{912C5994-A7E2-6F04-48F4-2EC7C039AB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61">
                <a:extLst>
                  <a:ext uri="{FF2B5EF4-FFF2-40B4-BE49-F238E27FC236}">
                    <a16:creationId xmlns:a16="http://schemas.microsoft.com/office/drawing/2014/main" id="{3441B008-0D2E-907C-0811-36A909B786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78">
                <a:extLst>
                  <a:ext uri="{FF2B5EF4-FFF2-40B4-BE49-F238E27FC236}">
                    <a16:creationId xmlns:a16="http://schemas.microsoft.com/office/drawing/2014/main" id="{00EBE37A-D147-5AED-5979-85783179A2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84">
                <a:extLst>
                  <a:ext uri="{FF2B5EF4-FFF2-40B4-BE49-F238E27FC236}">
                    <a16:creationId xmlns:a16="http://schemas.microsoft.com/office/drawing/2014/main" id="{E3B26FB9-60C7-83D7-AB8B-2EB6CB0FE7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87">
                <a:extLst>
                  <a:ext uri="{FF2B5EF4-FFF2-40B4-BE49-F238E27FC236}">
                    <a16:creationId xmlns:a16="http://schemas.microsoft.com/office/drawing/2014/main" id="{9F2A2061-74D5-BAF7-0181-809806146E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60">
                <a:extLst>
                  <a:ext uri="{FF2B5EF4-FFF2-40B4-BE49-F238E27FC236}">
                    <a16:creationId xmlns:a16="http://schemas.microsoft.com/office/drawing/2014/main" id="{3C84D009-A966-D14B-74C8-067A6EE408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59">
                <a:extLst>
                  <a:ext uri="{FF2B5EF4-FFF2-40B4-BE49-F238E27FC236}">
                    <a16:creationId xmlns:a16="http://schemas.microsoft.com/office/drawing/2014/main" id="{6EB83CE6-13AE-4596-D83B-BAD58EE8F3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62">
                <a:extLst>
                  <a:ext uri="{FF2B5EF4-FFF2-40B4-BE49-F238E27FC236}">
                    <a16:creationId xmlns:a16="http://schemas.microsoft.com/office/drawing/2014/main" id="{76563D29-0BD0-F92A-DCB1-01E9CE3379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65">
                <a:extLst>
                  <a:ext uri="{FF2B5EF4-FFF2-40B4-BE49-F238E27FC236}">
                    <a16:creationId xmlns:a16="http://schemas.microsoft.com/office/drawing/2014/main" id="{95C7CB57-9A5B-5746-7549-5D4D6C9E18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79">
                <a:extLst>
                  <a:ext uri="{FF2B5EF4-FFF2-40B4-BE49-F238E27FC236}">
                    <a16:creationId xmlns:a16="http://schemas.microsoft.com/office/drawing/2014/main" id="{4AD75599-D34C-3515-0BBE-9DA9DC0123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82">
                <a:extLst>
                  <a:ext uri="{FF2B5EF4-FFF2-40B4-BE49-F238E27FC236}">
                    <a16:creationId xmlns:a16="http://schemas.microsoft.com/office/drawing/2014/main" id="{CCB4591C-CB21-4532-22CC-1887A8F739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5">
                <a:extLst>
                  <a:ext uri="{FF2B5EF4-FFF2-40B4-BE49-F238E27FC236}">
                    <a16:creationId xmlns:a16="http://schemas.microsoft.com/office/drawing/2014/main" id="{000E3CA8-1825-35E2-6A59-E101A205D8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8">
                <a:extLst>
                  <a:ext uri="{FF2B5EF4-FFF2-40B4-BE49-F238E27FC236}">
                    <a16:creationId xmlns:a16="http://schemas.microsoft.com/office/drawing/2014/main" id="{73FADB6C-97C7-559B-B746-078B777800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D1E2922F-17E1-4CAB-0A41-8533D58E66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45" name="Line 63">
                  <a:extLst>
                    <a:ext uri="{FF2B5EF4-FFF2-40B4-BE49-F238E27FC236}">
                      <a16:creationId xmlns:a16="http://schemas.microsoft.com/office/drawing/2014/main" id="{53EC5345-96B0-6594-9D6D-EBB15522460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Line 66">
                  <a:extLst>
                    <a:ext uri="{FF2B5EF4-FFF2-40B4-BE49-F238E27FC236}">
                      <a16:creationId xmlns:a16="http://schemas.microsoft.com/office/drawing/2014/main" id="{4E349572-7E81-7DF7-1040-1D2C2D09F7C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Line 67">
                  <a:extLst>
                    <a:ext uri="{FF2B5EF4-FFF2-40B4-BE49-F238E27FC236}">
                      <a16:creationId xmlns:a16="http://schemas.microsoft.com/office/drawing/2014/main" id="{655B9C5D-DAB3-22C7-71DA-0B75A28DAC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Line 80">
                  <a:extLst>
                    <a:ext uri="{FF2B5EF4-FFF2-40B4-BE49-F238E27FC236}">
                      <a16:creationId xmlns:a16="http://schemas.microsoft.com/office/drawing/2014/main" id="{9EB25152-2871-D568-6A0E-A446220F54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Line 83">
                  <a:extLst>
                    <a:ext uri="{FF2B5EF4-FFF2-40B4-BE49-F238E27FC236}">
                      <a16:creationId xmlns:a16="http://schemas.microsoft.com/office/drawing/2014/main" id="{09A3388D-CE82-77AC-DC56-6B12AC154A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Line 86">
                  <a:extLst>
                    <a:ext uri="{FF2B5EF4-FFF2-40B4-BE49-F238E27FC236}">
                      <a16:creationId xmlns:a16="http://schemas.microsoft.com/office/drawing/2014/main" id="{5BF8D372-7C43-D208-72B7-4DD9AFEEE6D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Line 89">
                  <a:extLst>
                    <a:ext uri="{FF2B5EF4-FFF2-40B4-BE49-F238E27FC236}">
                      <a16:creationId xmlns:a16="http://schemas.microsoft.com/office/drawing/2014/main" id="{82DF2695-B067-1F9C-C6D4-580E93BDD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237489-1857-DA9B-B19B-D50C49F6D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498CAB96-2B06-CAAB-3BEA-FC17162DD9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9FB73F46-D31C-9C18-7E7E-6DD4CF75D04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88DAE417-6161-77DB-22EA-F33D3EE61F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Rectangle 30">
                  <a:extLst>
                    <a:ext uri="{FF2B5EF4-FFF2-40B4-BE49-F238E27FC236}">
                      <a16:creationId xmlns:a16="http://schemas.microsoft.com/office/drawing/2014/main" id="{B31C90E8-02BE-CF5F-46B9-2F2C7A035C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30">
                  <a:extLst>
                    <a:ext uri="{FF2B5EF4-FFF2-40B4-BE49-F238E27FC236}">
                      <a16:creationId xmlns:a16="http://schemas.microsoft.com/office/drawing/2014/main" id="{15BAFAED-BD0A-CE38-3F50-1716E0E249E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76B79BB-AD66-1707-40CF-33DB39C398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3FA3FD66-E6DF-D3A4-728A-B1958C8D8C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C911BA49-FF89-4A37-6FF8-7E0DCB834D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BA2C680-8691-42C9-B08A-85DA967C5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BAE4D7D-E02A-678C-8934-799613916D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9" name="Freeform 68">
                  <a:extLst>
                    <a:ext uri="{FF2B5EF4-FFF2-40B4-BE49-F238E27FC236}">
                      <a16:creationId xmlns:a16="http://schemas.microsoft.com/office/drawing/2014/main" id="{5A470D78-8F73-936B-4269-16203C5050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69">
                  <a:extLst>
                    <a:ext uri="{FF2B5EF4-FFF2-40B4-BE49-F238E27FC236}">
                      <a16:creationId xmlns:a16="http://schemas.microsoft.com/office/drawing/2014/main" id="{3C9298BE-222A-7A31-EC08-CE64BDE78B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Line 70">
                  <a:extLst>
                    <a:ext uri="{FF2B5EF4-FFF2-40B4-BE49-F238E27FC236}">
                      <a16:creationId xmlns:a16="http://schemas.microsoft.com/office/drawing/2014/main" id="{49E98CF1-F64D-1E01-B870-6565F87516D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2FC16FA-69B2-2A8B-2AE4-68304589A3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6" name="Freeform 68">
                  <a:extLst>
                    <a:ext uri="{FF2B5EF4-FFF2-40B4-BE49-F238E27FC236}">
                      <a16:creationId xmlns:a16="http://schemas.microsoft.com/office/drawing/2014/main" id="{B9501230-A140-5C65-9150-1CB22BF8D17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69">
                  <a:extLst>
                    <a:ext uri="{FF2B5EF4-FFF2-40B4-BE49-F238E27FC236}">
                      <a16:creationId xmlns:a16="http://schemas.microsoft.com/office/drawing/2014/main" id="{97A142D8-CA57-5ACA-3438-D5DAD6DD28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Line 70">
                  <a:extLst>
                    <a:ext uri="{FF2B5EF4-FFF2-40B4-BE49-F238E27FC236}">
                      <a16:creationId xmlns:a16="http://schemas.microsoft.com/office/drawing/2014/main" id="{B76B4672-5568-73EB-F991-83737D25DF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34CD6AB-6FF4-8BC8-1B63-EB67999F7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4787371-AB22-3659-BDF6-8F024DDDF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F08F0D1-5D06-E053-8066-3A2B2EB7E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75" name="Freeform 64">
                <a:extLst>
                  <a:ext uri="{FF2B5EF4-FFF2-40B4-BE49-F238E27FC236}">
                    <a16:creationId xmlns:a16="http://schemas.microsoft.com/office/drawing/2014/main" id="{481FE5DA-FE4B-7DE0-F126-1FF3C1F84E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81">
                <a:extLst>
                  <a:ext uri="{FF2B5EF4-FFF2-40B4-BE49-F238E27FC236}">
                    <a16:creationId xmlns:a16="http://schemas.microsoft.com/office/drawing/2014/main" id="{5B1074A5-1908-B36D-64F5-05D44820B2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61">
                <a:extLst>
                  <a:ext uri="{FF2B5EF4-FFF2-40B4-BE49-F238E27FC236}">
                    <a16:creationId xmlns:a16="http://schemas.microsoft.com/office/drawing/2014/main" id="{99FAFEAD-D88B-6794-B5BC-0EC58AA288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323ACF9D-9C43-A78A-4F32-73426C5DA2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84">
                <a:extLst>
                  <a:ext uri="{FF2B5EF4-FFF2-40B4-BE49-F238E27FC236}">
                    <a16:creationId xmlns:a16="http://schemas.microsoft.com/office/drawing/2014/main" id="{45610F52-EF5B-4087-23F2-3DFA1FB5F4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87">
                <a:extLst>
                  <a:ext uri="{FF2B5EF4-FFF2-40B4-BE49-F238E27FC236}">
                    <a16:creationId xmlns:a16="http://schemas.microsoft.com/office/drawing/2014/main" id="{3C5B5F16-C650-8E1B-FE30-11D12EAFD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60">
                <a:extLst>
                  <a:ext uri="{FF2B5EF4-FFF2-40B4-BE49-F238E27FC236}">
                    <a16:creationId xmlns:a16="http://schemas.microsoft.com/office/drawing/2014/main" id="{7FA2D6D9-735B-B0CD-23CB-BF069E8BBD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59">
                <a:extLst>
                  <a:ext uri="{FF2B5EF4-FFF2-40B4-BE49-F238E27FC236}">
                    <a16:creationId xmlns:a16="http://schemas.microsoft.com/office/drawing/2014/main" id="{5CF4ED81-92EF-A8A2-8E45-14D33EA2DB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62">
                <a:extLst>
                  <a:ext uri="{FF2B5EF4-FFF2-40B4-BE49-F238E27FC236}">
                    <a16:creationId xmlns:a16="http://schemas.microsoft.com/office/drawing/2014/main" id="{E0C74BDD-6B2B-23BD-2C3B-0C7490FA6F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65">
                <a:extLst>
                  <a:ext uri="{FF2B5EF4-FFF2-40B4-BE49-F238E27FC236}">
                    <a16:creationId xmlns:a16="http://schemas.microsoft.com/office/drawing/2014/main" id="{6357601B-0BAA-339E-27C6-0C0837D762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79">
                <a:extLst>
                  <a:ext uri="{FF2B5EF4-FFF2-40B4-BE49-F238E27FC236}">
                    <a16:creationId xmlns:a16="http://schemas.microsoft.com/office/drawing/2014/main" id="{F6BA5D8E-E654-3206-4614-99B89A6C03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82">
                <a:extLst>
                  <a:ext uri="{FF2B5EF4-FFF2-40B4-BE49-F238E27FC236}">
                    <a16:creationId xmlns:a16="http://schemas.microsoft.com/office/drawing/2014/main" id="{B3731C93-0BF2-CE3A-B256-43055A5BD4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85">
                <a:extLst>
                  <a:ext uri="{FF2B5EF4-FFF2-40B4-BE49-F238E27FC236}">
                    <a16:creationId xmlns:a16="http://schemas.microsoft.com/office/drawing/2014/main" id="{2BEE15D1-BC88-423B-FC78-6FDE5FEC3C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8">
                <a:extLst>
                  <a:ext uri="{FF2B5EF4-FFF2-40B4-BE49-F238E27FC236}">
                    <a16:creationId xmlns:a16="http://schemas.microsoft.com/office/drawing/2014/main" id="{5828E758-7163-D5EE-8EA7-4B1CB7CD17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B056DCCD-C6ED-CBEE-F8DF-088A0068EF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0" name="Line 63">
                  <a:extLst>
                    <a:ext uri="{FF2B5EF4-FFF2-40B4-BE49-F238E27FC236}">
                      <a16:creationId xmlns:a16="http://schemas.microsoft.com/office/drawing/2014/main" id="{DE7CA0C2-0A86-D17F-C984-CFA266DA920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" name="Line 66">
                  <a:extLst>
                    <a:ext uri="{FF2B5EF4-FFF2-40B4-BE49-F238E27FC236}">
                      <a16:creationId xmlns:a16="http://schemas.microsoft.com/office/drawing/2014/main" id="{1FA8C076-E74F-8B74-A2A0-95E933D09B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" name="Line 67">
                  <a:extLst>
                    <a:ext uri="{FF2B5EF4-FFF2-40B4-BE49-F238E27FC236}">
                      <a16:creationId xmlns:a16="http://schemas.microsoft.com/office/drawing/2014/main" id="{B0C5BDCA-D568-F0AA-D8B4-C2C73014FE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Line 80">
                  <a:extLst>
                    <a:ext uri="{FF2B5EF4-FFF2-40B4-BE49-F238E27FC236}">
                      <a16:creationId xmlns:a16="http://schemas.microsoft.com/office/drawing/2014/main" id="{4B62288F-36E7-D8BD-4775-FD84EE19165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Line 83">
                  <a:extLst>
                    <a:ext uri="{FF2B5EF4-FFF2-40B4-BE49-F238E27FC236}">
                      <a16:creationId xmlns:a16="http://schemas.microsoft.com/office/drawing/2014/main" id="{CA02E88F-7475-4116-8160-4BFDAAB18B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Line 86">
                  <a:extLst>
                    <a:ext uri="{FF2B5EF4-FFF2-40B4-BE49-F238E27FC236}">
                      <a16:creationId xmlns:a16="http://schemas.microsoft.com/office/drawing/2014/main" id="{66E1E30E-05B2-9FED-EAD6-12889FB1120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Line 89">
                  <a:extLst>
                    <a:ext uri="{FF2B5EF4-FFF2-40B4-BE49-F238E27FC236}">
                      <a16:creationId xmlns:a16="http://schemas.microsoft.com/office/drawing/2014/main" id="{0D495CD7-EB1B-1C6A-EE6A-B4BED9105F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32E7A67-7560-0A66-EF58-D4EF49F66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94112EF2-5EDF-5500-453F-BDDBE335AB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D7B479E2-94F1-1FA8-E170-0D3C24DF15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73687C86-CBA0-9807-B55E-30A64461397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Rectangle 30">
                  <a:extLst>
                    <a:ext uri="{FF2B5EF4-FFF2-40B4-BE49-F238E27FC236}">
                      <a16:creationId xmlns:a16="http://schemas.microsoft.com/office/drawing/2014/main" id="{A972CA12-7950-1554-1ED0-9EF251C68FF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Rectangle 30">
                  <a:extLst>
                    <a:ext uri="{FF2B5EF4-FFF2-40B4-BE49-F238E27FC236}">
                      <a16:creationId xmlns:a16="http://schemas.microsoft.com/office/drawing/2014/main" id="{632073D9-F6BD-38C1-CEDA-713BDFAFE42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7C56BBCA-AAE3-15C7-8F0C-7BEC6F2ACC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40F4C47A-551E-482E-4631-8B7227430B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8C3CB325-72D4-7624-6C11-ABE9758028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9118895-6A23-B934-4271-8B734F7E7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C83D4C0F-8D3D-7E8E-9C97-5875BC5A05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4" name="Freeform 68">
                  <a:extLst>
                    <a:ext uri="{FF2B5EF4-FFF2-40B4-BE49-F238E27FC236}">
                      <a16:creationId xmlns:a16="http://schemas.microsoft.com/office/drawing/2014/main" id="{4CCE8648-1E99-169C-D420-82E5C65BB3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69">
                  <a:extLst>
                    <a:ext uri="{FF2B5EF4-FFF2-40B4-BE49-F238E27FC236}">
                      <a16:creationId xmlns:a16="http://schemas.microsoft.com/office/drawing/2014/main" id="{EBEC5A71-D3F3-048A-125F-DC719A6EAE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Line 70">
                  <a:extLst>
                    <a:ext uri="{FF2B5EF4-FFF2-40B4-BE49-F238E27FC236}">
                      <a16:creationId xmlns:a16="http://schemas.microsoft.com/office/drawing/2014/main" id="{1F6B0303-52BB-80A9-A2CB-513385910A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4641F12D-9136-0D91-0BE3-A1C892F8E0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1" name="Freeform 68">
                  <a:extLst>
                    <a:ext uri="{FF2B5EF4-FFF2-40B4-BE49-F238E27FC236}">
                      <a16:creationId xmlns:a16="http://schemas.microsoft.com/office/drawing/2014/main" id="{CC58B589-E845-5BC5-4E40-AE0A52F17D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Freeform 69">
                  <a:extLst>
                    <a:ext uri="{FF2B5EF4-FFF2-40B4-BE49-F238E27FC236}">
                      <a16:creationId xmlns:a16="http://schemas.microsoft.com/office/drawing/2014/main" id="{22C62DDB-5A7F-6C12-A045-2F9828F9611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Line 70">
                  <a:extLst>
                    <a:ext uri="{FF2B5EF4-FFF2-40B4-BE49-F238E27FC236}">
                      <a16:creationId xmlns:a16="http://schemas.microsoft.com/office/drawing/2014/main" id="{0775317F-FBC8-5509-AA7D-F0CDFC1369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4" name="Immagine 3">
            <a:extLst>
              <a:ext uri="{FF2B5EF4-FFF2-40B4-BE49-F238E27FC236}">
                <a16:creationId xmlns:a16="http://schemas.microsoft.com/office/drawing/2014/main" id="{9F8AD1E9-0651-F785-97E8-5F777000F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433" y="172956"/>
            <a:ext cx="859971" cy="48922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2D1298E-1C45-2A5D-2271-FC5ACE8B2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866" y="172956"/>
            <a:ext cx="859971" cy="489228"/>
          </a:xfrm>
          <a:prstGeom prst="rect">
            <a:avLst/>
          </a:prstGeom>
        </p:spPr>
      </p:pic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2BCE5844-D617-E5BA-E47A-BA25234BF20C}"/>
              </a:ext>
            </a:extLst>
          </p:cNvPr>
          <p:cNvSpPr txBox="1"/>
          <p:nvPr/>
        </p:nvSpPr>
        <p:spPr>
          <a:xfrm>
            <a:off x="1283889" y="35723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100" name="Segnaposto contenuto 6">
            <a:extLst>
              <a:ext uri="{FF2B5EF4-FFF2-40B4-BE49-F238E27FC236}">
                <a16:creationId xmlns:a16="http://schemas.microsoft.com/office/drawing/2014/main" id="{ECDDE314-1E0D-3455-95AC-6E06DDA58A28}"/>
              </a:ext>
            </a:extLst>
          </p:cNvPr>
          <p:cNvSpPr txBox="1">
            <a:spLocks/>
          </p:cNvSpPr>
          <p:nvPr/>
        </p:nvSpPr>
        <p:spPr>
          <a:xfrm>
            <a:off x="206584" y="731564"/>
            <a:ext cx="2693425" cy="48376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0000" indent="-360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a player, I want to encounter different types of monsters during exploration, so I can choose how to interact and evolve my character.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a player, I want monsters to have different attack patterns so I have to change strategy.</a:t>
            </a:r>
          </a:p>
        </p:txBody>
      </p: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8776279F-9FCB-DB06-FC89-A426A96DD648}"/>
              </a:ext>
            </a:extLst>
          </p:cNvPr>
          <p:cNvSpPr txBox="1"/>
          <p:nvPr/>
        </p:nvSpPr>
        <p:spPr>
          <a:xfrm>
            <a:off x="-256898" y="2297197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ED661C05-4EEE-D8E8-A4E9-697B6C6B6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1243" y="685073"/>
            <a:ext cx="5888198" cy="4537213"/>
          </a:xfrm>
          <a:prstGeom prst="rect">
            <a:avLst/>
          </a:prstGeom>
        </p:spPr>
      </p:pic>
      <p:pic>
        <p:nvPicPr>
          <p:cNvPr id="52" name="Immagine 51">
            <a:extLst>
              <a:ext uri="{FF2B5EF4-FFF2-40B4-BE49-F238E27FC236}">
                <a16:creationId xmlns:a16="http://schemas.microsoft.com/office/drawing/2014/main" id="{7BC75915-4E6E-5D83-B1BF-495345D427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345" y="5193104"/>
            <a:ext cx="5544541" cy="16628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8EB8A8EA-3EE4-0498-7EEE-29C17275F7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141" y="3105290"/>
            <a:ext cx="23812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445784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E504C-72CA-7B39-F7BF-322FDE71C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A5154FD-74BF-56A5-E759-1C84B2185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0FFDB6-6272-1511-0FB5-59D78ED62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BE1E0E8-6198-AA5B-FA8F-459156646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0" name="Freeform 64">
                <a:extLst>
                  <a:ext uri="{FF2B5EF4-FFF2-40B4-BE49-F238E27FC236}">
                    <a16:creationId xmlns:a16="http://schemas.microsoft.com/office/drawing/2014/main" id="{76CABBDB-0A25-9055-E1A3-23444BB941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81">
                <a:extLst>
                  <a:ext uri="{FF2B5EF4-FFF2-40B4-BE49-F238E27FC236}">
                    <a16:creationId xmlns:a16="http://schemas.microsoft.com/office/drawing/2014/main" id="{C7DD088E-DFE6-48CF-E4C1-64DDDF8E66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61">
                <a:extLst>
                  <a:ext uri="{FF2B5EF4-FFF2-40B4-BE49-F238E27FC236}">
                    <a16:creationId xmlns:a16="http://schemas.microsoft.com/office/drawing/2014/main" id="{B66948FE-7DC5-E8C2-FE84-CCBF683481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78">
                <a:extLst>
                  <a:ext uri="{FF2B5EF4-FFF2-40B4-BE49-F238E27FC236}">
                    <a16:creationId xmlns:a16="http://schemas.microsoft.com/office/drawing/2014/main" id="{A473CFBB-AC55-5285-F15B-921160A1BB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84">
                <a:extLst>
                  <a:ext uri="{FF2B5EF4-FFF2-40B4-BE49-F238E27FC236}">
                    <a16:creationId xmlns:a16="http://schemas.microsoft.com/office/drawing/2014/main" id="{A8BDD1BB-F576-0B53-0385-7C713FA832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87">
                <a:extLst>
                  <a:ext uri="{FF2B5EF4-FFF2-40B4-BE49-F238E27FC236}">
                    <a16:creationId xmlns:a16="http://schemas.microsoft.com/office/drawing/2014/main" id="{C043C649-76A9-55F4-2318-632E4426D5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60">
                <a:extLst>
                  <a:ext uri="{FF2B5EF4-FFF2-40B4-BE49-F238E27FC236}">
                    <a16:creationId xmlns:a16="http://schemas.microsoft.com/office/drawing/2014/main" id="{9DAAFFAC-1C96-58F9-B5D9-841293C00E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59">
                <a:extLst>
                  <a:ext uri="{FF2B5EF4-FFF2-40B4-BE49-F238E27FC236}">
                    <a16:creationId xmlns:a16="http://schemas.microsoft.com/office/drawing/2014/main" id="{1F30456E-1A99-5702-8E36-ABCBA9197F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62">
                <a:extLst>
                  <a:ext uri="{FF2B5EF4-FFF2-40B4-BE49-F238E27FC236}">
                    <a16:creationId xmlns:a16="http://schemas.microsoft.com/office/drawing/2014/main" id="{A67E2E76-AC65-9C1E-75CB-2D7000E35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65">
                <a:extLst>
                  <a:ext uri="{FF2B5EF4-FFF2-40B4-BE49-F238E27FC236}">
                    <a16:creationId xmlns:a16="http://schemas.microsoft.com/office/drawing/2014/main" id="{E66D417B-324B-604B-C653-F6115BD7DE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79">
                <a:extLst>
                  <a:ext uri="{FF2B5EF4-FFF2-40B4-BE49-F238E27FC236}">
                    <a16:creationId xmlns:a16="http://schemas.microsoft.com/office/drawing/2014/main" id="{8CFC9539-1D5F-0F3F-F911-AE6F46E6D8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82">
                <a:extLst>
                  <a:ext uri="{FF2B5EF4-FFF2-40B4-BE49-F238E27FC236}">
                    <a16:creationId xmlns:a16="http://schemas.microsoft.com/office/drawing/2014/main" id="{F53B5077-7EDE-5327-F94A-D880E5DF67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5">
                <a:extLst>
                  <a:ext uri="{FF2B5EF4-FFF2-40B4-BE49-F238E27FC236}">
                    <a16:creationId xmlns:a16="http://schemas.microsoft.com/office/drawing/2014/main" id="{BA8C269A-1D3A-D989-B9A0-E725F98261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8">
                <a:extLst>
                  <a:ext uri="{FF2B5EF4-FFF2-40B4-BE49-F238E27FC236}">
                    <a16:creationId xmlns:a16="http://schemas.microsoft.com/office/drawing/2014/main" id="{6924D8EF-5648-5ECF-1D12-C7FEB19F59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2B7FA0E3-C4C4-7A35-B3F4-1F86B57A21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45" name="Line 63">
                  <a:extLst>
                    <a:ext uri="{FF2B5EF4-FFF2-40B4-BE49-F238E27FC236}">
                      <a16:creationId xmlns:a16="http://schemas.microsoft.com/office/drawing/2014/main" id="{E5FE12CE-22FC-222F-6709-056C077325D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Line 66">
                  <a:extLst>
                    <a:ext uri="{FF2B5EF4-FFF2-40B4-BE49-F238E27FC236}">
                      <a16:creationId xmlns:a16="http://schemas.microsoft.com/office/drawing/2014/main" id="{05634A3A-AB75-84F9-CC60-E113602F02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Line 67">
                  <a:extLst>
                    <a:ext uri="{FF2B5EF4-FFF2-40B4-BE49-F238E27FC236}">
                      <a16:creationId xmlns:a16="http://schemas.microsoft.com/office/drawing/2014/main" id="{B84C1305-096E-C898-6CCF-EA658DF898A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Line 80">
                  <a:extLst>
                    <a:ext uri="{FF2B5EF4-FFF2-40B4-BE49-F238E27FC236}">
                      <a16:creationId xmlns:a16="http://schemas.microsoft.com/office/drawing/2014/main" id="{376F05F8-D71A-6534-B199-DCF18189F8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Line 83">
                  <a:extLst>
                    <a:ext uri="{FF2B5EF4-FFF2-40B4-BE49-F238E27FC236}">
                      <a16:creationId xmlns:a16="http://schemas.microsoft.com/office/drawing/2014/main" id="{BCBE28B4-C475-2F67-4D07-B3BDA8B95FD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Line 86">
                  <a:extLst>
                    <a:ext uri="{FF2B5EF4-FFF2-40B4-BE49-F238E27FC236}">
                      <a16:creationId xmlns:a16="http://schemas.microsoft.com/office/drawing/2014/main" id="{4431B1FE-7882-15C4-F251-C590BA21E4C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Line 89">
                  <a:extLst>
                    <a:ext uri="{FF2B5EF4-FFF2-40B4-BE49-F238E27FC236}">
                      <a16:creationId xmlns:a16="http://schemas.microsoft.com/office/drawing/2014/main" id="{EE5A9533-5B82-A424-4382-9E24D37B6EA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1AA52BD-0FCF-E87B-4AFA-FD2D83970C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2807A66C-7F52-C9F8-E4B7-6BFF2BC8AA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243837A9-C598-DBBF-800B-0BE3A19E817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D1B2408-4EC5-C91C-29FA-70CE2EA8CD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Rectangle 30">
                  <a:extLst>
                    <a:ext uri="{FF2B5EF4-FFF2-40B4-BE49-F238E27FC236}">
                      <a16:creationId xmlns:a16="http://schemas.microsoft.com/office/drawing/2014/main" id="{228A45ED-7139-29E2-C38A-6D9205B01F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30">
                  <a:extLst>
                    <a:ext uri="{FF2B5EF4-FFF2-40B4-BE49-F238E27FC236}">
                      <a16:creationId xmlns:a16="http://schemas.microsoft.com/office/drawing/2014/main" id="{6AE4CB6D-4E80-5553-3AE4-EC8EF4FE77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F295B305-73D9-9DD5-2E2E-C839B1E04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D5474A0-823D-56BB-BBC1-3806C2B80D7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BFAAAE6E-F891-BE9E-F017-8E5F3DF0E34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805B8DD-347F-42F6-8857-443C4902A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71B0CF4-1312-409D-85FD-6D7B420D1F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9" name="Freeform 68">
                  <a:extLst>
                    <a:ext uri="{FF2B5EF4-FFF2-40B4-BE49-F238E27FC236}">
                      <a16:creationId xmlns:a16="http://schemas.microsoft.com/office/drawing/2014/main" id="{D8B2858C-8E58-71EB-7F05-B35503F3527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69">
                  <a:extLst>
                    <a:ext uri="{FF2B5EF4-FFF2-40B4-BE49-F238E27FC236}">
                      <a16:creationId xmlns:a16="http://schemas.microsoft.com/office/drawing/2014/main" id="{AC4423D7-99FC-C468-2016-538A8D30949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Line 70">
                  <a:extLst>
                    <a:ext uri="{FF2B5EF4-FFF2-40B4-BE49-F238E27FC236}">
                      <a16:creationId xmlns:a16="http://schemas.microsoft.com/office/drawing/2014/main" id="{6292AB5C-18C3-1B89-7FA8-F1D077B530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401BD06-1600-88D6-5AA7-7306C0796A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6" name="Freeform 68">
                  <a:extLst>
                    <a:ext uri="{FF2B5EF4-FFF2-40B4-BE49-F238E27FC236}">
                      <a16:creationId xmlns:a16="http://schemas.microsoft.com/office/drawing/2014/main" id="{27017C30-E9C5-D44C-A094-859E0EC8F3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69">
                  <a:extLst>
                    <a:ext uri="{FF2B5EF4-FFF2-40B4-BE49-F238E27FC236}">
                      <a16:creationId xmlns:a16="http://schemas.microsoft.com/office/drawing/2014/main" id="{740014FE-D0A8-7D6A-BC8D-5F194064752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Line 70">
                  <a:extLst>
                    <a:ext uri="{FF2B5EF4-FFF2-40B4-BE49-F238E27FC236}">
                      <a16:creationId xmlns:a16="http://schemas.microsoft.com/office/drawing/2014/main" id="{3A574672-D7B9-14F6-2CF9-93AAFF60FB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EE55735-BA19-8DBB-3B2E-19FD5388B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F6E45A5-4E58-21D6-E574-6295FA98A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6AEC27F-D589-FE35-F71B-C63D4DB03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75" name="Freeform 64">
                <a:extLst>
                  <a:ext uri="{FF2B5EF4-FFF2-40B4-BE49-F238E27FC236}">
                    <a16:creationId xmlns:a16="http://schemas.microsoft.com/office/drawing/2014/main" id="{ADC71838-F04F-9185-72C4-D686F50324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81">
                <a:extLst>
                  <a:ext uri="{FF2B5EF4-FFF2-40B4-BE49-F238E27FC236}">
                    <a16:creationId xmlns:a16="http://schemas.microsoft.com/office/drawing/2014/main" id="{2D9C82FA-DED9-59B7-A8F6-2A388EB65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61">
                <a:extLst>
                  <a:ext uri="{FF2B5EF4-FFF2-40B4-BE49-F238E27FC236}">
                    <a16:creationId xmlns:a16="http://schemas.microsoft.com/office/drawing/2014/main" id="{E37D8E3B-46A8-BDF5-0A2A-51241ACBEE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27251D69-D8BA-0DF4-3DF4-CCD42FFDE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84">
                <a:extLst>
                  <a:ext uri="{FF2B5EF4-FFF2-40B4-BE49-F238E27FC236}">
                    <a16:creationId xmlns:a16="http://schemas.microsoft.com/office/drawing/2014/main" id="{F28DA563-BE07-76CB-C548-90DF42F88B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87">
                <a:extLst>
                  <a:ext uri="{FF2B5EF4-FFF2-40B4-BE49-F238E27FC236}">
                    <a16:creationId xmlns:a16="http://schemas.microsoft.com/office/drawing/2014/main" id="{4CC397B4-B73B-840F-B2AC-3977CDA1D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60">
                <a:extLst>
                  <a:ext uri="{FF2B5EF4-FFF2-40B4-BE49-F238E27FC236}">
                    <a16:creationId xmlns:a16="http://schemas.microsoft.com/office/drawing/2014/main" id="{5A2172D1-3655-59D6-489A-C8B20C50F7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59">
                <a:extLst>
                  <a:ext uri="{FF2B5EF4-FFF2-40B4-BE49-F238E27FC236}">
                    <a16:creationId xmlns:a16="http://schemas.microsoft.com/office/drawing/2014/main" id="{1976A532-E9FF-4BA8-31D0-1E9F122589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62">
                <a:extLst>
                  <a:ext uri="{FF2B5EF4-FFF2-40B4-BE49-F238E27FC236}">
                    <a16:creationId xmlns:a16="http://schemas.microsoft.com/office/drawing/2014/main" id="{4994ABF3-33CF-27D5-9946-AF973BC107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65">
                <a:extLst>
                  <a:ext uri="{FF2B5EF4-FFF2-40B4-BE49-F238E27FC236}">
                    <a16:creationId xmlns:a16="http://schemas.microsoft.com/office/drawing/2014/main" id="{F4D3F459-8EC8-52ED-07ED-64CAEA9140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79">
                <a:extLst>
                  <a:ext uri="{FF2B5EF4-FFF2-40B4-BE49-F238E27FC236}">
                    <a16:creationId xmlns:a16="http://schemas.microsoft.com/office/drawing/2014/main" id="{888C55E1-9679-9313-D0C6-D987C2B35B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82">
                <a:extLst>
                  <a:ext uri="{FF2B5EF4-FFF2-40B4-BE49-F238E27FC236}">
                    <a16:creationId xmlns:a16="http://schemas.microsoft.com/office/drawing/2014/main" id="{49A5C845-6246-4A5A-4F9C-523967493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85">
                <a:extLst>
                  <a:ext uri="{FF2B5EF4-FFF2-40B4-BE49-F238E27FC236}">
                    <a16:creationId xmlns:a16="http://schemas.microsoft.com/office/drawing/2014/main" id="{AE2D8647-8C9C-E703-5202-901B796681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8">
                <a:extLst>
                  <a:ext uri="{FF2B5EF4-FFF2-40B4-BE49-F238E27FC236}">
                    <a16:creationId xmlns:a16="http://schemas.microsoft.com/office/drawing/2014/main" id="{BB3A10CA-9A78-A66C-3F45-40D3E66797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B50E0DD0-5212-EA2D-60C8-0ADD1A0948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0" name="Line 63">
                  <a:extLst>
                    <a:ext uri="{FF2B5EF4-FFF2-40B4-BE49-F238E27FC236}">
                      <a16:creationId xmlns:a16="http://schemas.microsoft.com/office/drawing/2014/main" id="{2F7E312C-C050-205F-B8D2-E7BEC5C635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" name="Line 66">
                  <a:extLst>
                    <a:ext uri="{FF2B5EF4-FFF2-40B4-BE49-F238E27FC236}">
                      <a16:creationId xmlns:a16="http://schemas.microsoft.com/office/drawing/2014/main" id="{E7EDDA61-7EA0-CD73-0A42-C355A6D57C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" name="Line 67">
                  <a:extLst>
                    <a:ext uri="{FF2B5EF4-FFF2-40B4-BE49-F238E27FC236}">
                      <a16:creationId xmlns:a16="http://schemas.microsoft.com/office/drawing/2014/main" id="{E1DDF14E-9E40-BEC1-89D3-AB8345E398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Line 80">
                  <a:extLst>
                    <a:ext uri="{FF2B5EF4-FFF2-40B4-BE49-F238E27FC236}">
                      <a16:creationId xmlns:a16="http://schemas.microsoft.com/office/drawing/2014/main" id="{11930B6C-9AF6-97F3-3564-B94532437F5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Line 83">
                  <a:extLst>
                    <a:ext uri="{FF2B5EF4-FFF2-40B4-BE49-F238E27FC236}">
                      <a16:creationId xmlns:a16="http://schemas.microsoft.com/office/drawing/2014/main" id="{55437C17-DCFD-5874-B667-8FE4CDC5506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Line 86">
                  <a:extLst>
                    <a:ext uri="{FF2B5EF4-FFF2-40B4-BE49-F238E27FC236}">
                      <a16:creationId xmlns:a16="http://schemas.microsoft.com/office/drawing/2014/main" id="{6D1DB925-732B-E11F-D51A-C0BEDD07152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Line 89">
                  <a:extLst>
                    <a:ext uri="{FF2B5EF4-FFF2-40B4-BE49-F238E27FC236}">
                      <a16:creationId xmlns:a16="http://schemas.microsoft.com/office/drawing/2014/main" id="{942A396E-20FB-A681-441E-A81571BB41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0C7A38CE-A3D8-B08F-7F1F-978EA2C43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96913F72-F3ED-E919-BD2B-0B9DBF9F25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3160DAA5-E5A9-B121-8B3F-E8FE0D4BAE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1150547C-7370-9430-E8FA-01080BB739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Rectangle 30">
                  <a:extLst>
                    <a:ext uri="{FF2B5EF4-FFF2-40B4-BE49-F238E27FC236}">
                      <a16:creationId xmlns:a16="http://schemas.microsoft.com/office/drawing/2014/main" id="{21BF785F-D0F0-6AE5-FBB1-37890ADCC4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Rectangle 30">
                  <a:extLst>
                    <a:ext uri="{FF2B5EF4-FFF2-40B4-BE49-F238E27FC236}">
                      <a16:creationId xmlns:a16="http://schemas.microsoft.com/office/drawing/2014/main" id="{AFE0AEDC-4256-A0E3-6821-BCD883D7C23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C2A3D093-82AF-746E-57EA-AC54B61748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7FC79E69-C881-CCC9-4CFD-A63DFC0D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3069E439-BB1B-B9CD-EEE4-5932B1E8B33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F58DD27-8C82-4A76-7200-309FF23D1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0DA93D2E-5D96-8FC6-B62B-E4B88BD525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4" name="Freeform 68">
                  <a:extLst>
                    <a:ext uri="{FF2B5EF4-FFF2-40B4-BE49-F238E27FC236}">
                      <a16:creationId xmlns:a16="http://schemas.microsoft.com/office/drawing/2014/main" id="{0ABFBD97-CB80-E544-8F0C-8231259767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69">
                  <a:extLst>
                    <a:ext uri="{FF2B5EF4-FFF2-40B4-BE49-F238E27FC236}">
                      <a16:creationId xmlns:a16="http://schemas.microsoft.com/office/drawing/2014/main" id="{D3CFD10B-7C4E-F7BF-6112-06A4A0E6CD5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Line 70">
                  <a:extLst>
                    <a:ext uri="{FF2B5EF4-FFF2-40B4-BE49-F238E27FC236}">
                      <a16:creationId xmlns:a16="http://schemas.microsoft.com/office/drawing/2014/main" id="{90D56964-4B6E-4058-E06C-C1800219774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8E8BC57E-F967-2934-AAE6-9BE02158B6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1" name="Freeform 68">
                  <a:extLst>
                    <a:ext uri="{FF2B5EF4-FFF2-40B4-BE49-F238E27FC236}">
                      <a16:creationId xmlns:a16="http://schemas.microsoft.com/office/drawing/2014/main" id="{47083BD0-658D-33A0-FBBC-F4084F992B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Freeform 69">
                  <a:extLst>
                    <a:ext uri="{FF2B5EF4-FFF2-40B4-BE49-F238E27FC236}">
                      <a16:creationId xmlns:a16="http://schemas.microsoft.com/office/drawing/2014/main" id="{2C57A2EA-6BBA-3C86-955D-A7C6248CB4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Line 70">
                  <a:extLst>
                    <a:ext uri="{FF2B5EF4-FFF2-40B4-BE49-F238E27FC236}">
                      <a16:creationId xmlns:a16="http://schemas.microsoft.com/office/drawing/2014/main" id="{7D1B798F-1412-F787-D4C9-D7DEFDE94A3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4" name="Immagine 3">
            <a:extLst>
              <a:ext uri="{FF2B5EF4-FFF2-40B4-BE49-F238E27FC236}">
                <a16:creationId xmlns:a16="http://schemas.microsoft.com/office/drawing/2014/main" id="{A9F52608-A5A0-ED46-3993-E4432258F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494" y="258882"/>
            <a:ext cx="859971" cy="48922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C3B4601-6C60-CA32-BD42-3C4AFC25A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819" y="259356"/>
            <a:ext cx="859971" cy="489228"/>
          </a:xfrm>
          <a:prstGeom prst="rect">
            <a:avLst/>
          </a:prstGeom>
        </p:spPr>
      </p:pic>
      <p:pic>
        <p:nvPicPr>
          <p:cNvPr id="54" name="Segnaposto contenuto 53">
            <a:extLst>
              <a:ext uri="{FF2B5EF4-FFF2-40B4-BE49-F238E27FC236}">
                <a16:creationId xmlns:a16="http://schemas.microsoft.com/office/drawing/2014/main" id="{D336FE68-EFD9-EC02-05CC-CBF1EC95E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55455" y="843627"/>
            <a:ext cx="10297141" cy="4438891"/>
          </a:xfrm>
          <a:prstGeom prst="rect">
            <a:avLst/>
          </a:prstGeom>
        </p:spPr>
      </p:pic>
      <p:sp>
        <p:nvSpPr>
          <p:cNvPr id="99" name="Segnaposto contenuto 6">
            <a:extLst>
              <a:ext uri="{FF2B5EF4-FFF2-40B4-BE49-F238E27FC236}">
                <a16:creationId xmlns:a16="http://schemas.microsoft.com/office/drawing/2014/main" id="{1C4E78F9-5C97-BB28-99B5-F27016122BF8}"/>
              </a:ext>
            </a:extLst>
          </p:cNvPr>
          <p:cNvSpPr txBox="1">
            <a:spLocks/>
          </p:cNvSpPr>
          <p:nvPr/>
        </p:nvSpPr>
        <p:spPr>
          <a:xfrm>
            <a:off x="746699" y="5555886"/>
            <a:ext cx="10525110" cy="8562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0000" indent="-360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a player, I want to collect useful items and resources so that I can improve my equipment and abilities.</a:t>
            </a:r>
          </a:p>
        </p:txBody>
      </p:sp>
      <p:pic>
        <p:nvPicPr>
          <p:cNvPr id="100" name="Immagine 99">
            <a:extLst>
              <a:ext uri="{FF2B5EF4-FFF2-40B4-BE49-F238E27FC236}">
                <a16:creationId xmlns:a16="http://schemas.microsoft.com/office/drawing/2014/main" id="{DCBBAE3F-128B-2046-CBAD-3C7D1539A6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667" l="8889" r="8977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527347" flipH="1">
            <a:off x="10701572" y="319369"/>
            <a:ext cx="1170977" cy="1132449"/>
          </a:xfrm>
          <a:prstGeom prst="rect">
            <a:avLst/>
          </a:prstGeom>
        </p:spPr>
      </p:pic>
      <p:pic>
        <p:nvPicPr>
          <p:cNvPr id="104" name="Immagine 103">
            <a:extLst>
              <a:ext uri="{FF2B5EF4-FFF2-40B4-BE49-F238E27FC236}">
                <a16:creationId xmlns:a16="http://schemas.microsoft.com/office/drawing/2014/main" id="{4C2C7037-0D04-1085-D5DF-97EB69828D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3566">
            <a:off x="-55525" y="2897519"/>
            <a:ext cx="2187162" cy="2187162"/>
          </a:xfrm>
          <a:prstGeom prst="rect">
            <a:avLst/>
          </a:prstGeom>
        </p:spPr>
      </p:pic>
      <p:sp>
        <p:nvSpPr>
          <p:cNvPr id="108" name="Titolo 1">
            <a:extLst>
              <a:ext uri="{FF2B5EF4-FFF2-40B4-BE49-F238E27FC236}">
                <a16:creationId xmlns:a16="http://schemas.microsoft.com/office/drawing/2014/main" id="{C95162F1-63DB-8555-DC8E-E77D3A8F4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45" y="230955"/>
            <a:ext cx="6468781" cy="578378"/>
          </a:xfrm>
        </p:spPr>
        <p:txBody>
          <a:bodyPr wrap="square" anchor="b">
            <a:normAutofit fontScale="90000"/>
          </a:bodyPr>
          <a:lstStyle/>
          <a:p>
            <a:pPr algn="ctr"/>
            <a:r>
              <a:rPr lang="it-IT" b="1" dirty="0"/>
              <a:t>SCHEMI UML</a:t>
            </a:r>
          </a:p>
        </p:txBody>
      </p:sp>
    </p:spTree>
    <p:extLst>
      <p:ext uri="{BB962C8B-B14F-4D97-AF65-F5344CB8AC3E}">
        <p14:creationId xmlns:p14="http://schemas.microsoft.com/office/powerpoint/2010/main" val="361857075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604E4-1126-F700-B019-92F24B8C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9B48445-AF00-9555-0D44-977457E1E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D9A859-22AB-E3D5-4158-4CC710FB3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5D6B526-0B5C-EBE3-6890-FAD166D4F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0" name="Freeform 64">
                <a:extLst>
                  <a:ext uri="{FF2B5EF4-FFF2-40B4-BE49-F238E27FC236}">
                    <a16:creationId xmlns:a16="http://schemas.microsoft.com/office/drawing/2014/main" id="{FBD3B469-E215-1CF9-A37D-2AD0E40C7F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81">
                <a:extLst>
                  <a:ext uri="{FF2B5EF4-FFF2-40B4-BE49-F238E27FC236}">
                    <a16:creationId xmlns:a16="http://schemas.microsoft.com/office/drawing/2014/main" id="{3A514BDF-75CF-2B0A-32A8-102E060508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61">
                <a:extLst>
                  <a:ext uri="{FF2B5EF4-FFF2-40B4-BE49-F238E27FC236}">
                    <a16:creationId xmlns:a16="http://schemas.microsoft.com/office/drawing/2014/main" id="{8C4C0197-6033-A853-C5CE-35D682F5C0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78">
                <a:extLst>
                  <a:ext uri="{FF2B5EF4-FFF2-40B4-BE49-F238E27FC236}">
                    <a16:creationId xmlns:a16="http://schemas.microsoft.com/office/drawing/2014/main" id="{AAF9EFC9-9307-ADD9-636C-C9D2A483BF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84">
                <a:extLst>
                  <a:ext uri="{FF2B5EF4-FFF2-40B4-BE49-F238E27FC236}">
                    <a16:creationId xmlns:a16="http://schemas.microsoft.com/office/drawing/2014/main" id="{D80CB08D-1CE5-BAD2-E1E0-99741A9741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87">
                <a:extLst>
                  <a:ext uri="{FF2B5EF4-FFF2-40B4-BE49-F238E27FC236}">
                    <a16:creationId xmlns:a16="http://schemas.microsoft.com/office/drawing/2014/main" id="{2B33A414-82C8-C777-5454-702FE35797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60">
                <a:extLst>
                  <a:ext uri="{FF2B5EF4-FFF2-40B4-BE49-F238E27FC236}">
                    <a16:creationId xmlns:a16="http://schemas.microsoft.com/office/drawing/2014/main" id="{79C4006C-B21E-82E2-8EBD-9A683BC40E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59">
                <a:extLst>
                  <a:ext uri="{FF2B5EF4-FFF2-40B4-BE49-F238E27FC236}">
                    <a16:creationId xmlns:a16="http://schemas.microsoft.com/office/drawing/2014/main" id="{8D1AAC5E-7E2E-4E3F-BDEE-BC9F2B03D5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62">
                <a:extLst>
                  <a:ext uri="{FF2B5EF4-FFF2-40B4-BE49-F238E27FC236}">
                    <a16:creationId xmlns:a16="http://schemas.microsoft.com/office/drawing/2014/main" id="{E39B4885-39F3-BA2F-412B-D541767E5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65">
                <a:extLst>
                  <a:ext uri="{FF2B5EF4-FFF2-40B4-BE49-F238E27FC236}">
                    <a16:creationId xmlns:a16="http://schemas.microsoft.com/office/drawing/2014/main" id="{1FA0DB0E-A4CD-851F-951D-A76326BAB3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79">
                <a:extLst>
                  <a:ext uri="{FF2B5EF4-FFF2-40B4-BE49-F238E27FC236}">
                    <a16:creationId xmlns:a16="http://schemas.microsoft.com/office/drawing/2014/main" id="{04782BD7-D4AD-62F7-608C-8A8A2BB4A6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82">
                <a:extLst>
                  <a:ext uri="{FF2B5EF4-FFF2-40B4-BE49-F238E27FC236}">
                    <a16:creationId xmlns:a16="http://schemas.microsoft.com/office/drawing/2014/main" id="{61457D84-F15B-49BE-4D7F-0B1A286C67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5">
                <a:extLst>
                  <a:ext uri="{FF2B5EF4-FFF2-40B4-BE49-F238E27FC236}">
                    <a16:creationId xmlns:a16="http://schemas.microsoft.com/office/drawing/2014/main" id="{A9661E3F-DE99-EB3D-1AAC-98FDBA2696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8">
                <a:extLst>
                  <a:ext uri="{FF2B5EF4-FFF2-40B4-BE49-F238E27FC236}">
                    <a16:creationId xmlns:a16="http://schemas.microsoft.com/office/drawing/2014/main" id="{245A3C97-A86D-E21B-6C4B-0CD798051E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5554FCEB-3943-8921-A628-3FAA6164CD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45" name="Line 63">
                  <a:extLst>
                    <a:ext uri="{FF2B5EF4-FFF2-40B4-BE49-F238E27FC236}">
                      <a16:creationId xmlns:a16="http://schemas.microsoft.com/office/drawing/2014/main" id="{601A7F75-9305-A051-FA26-B847377430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Line 66">
                  <a:extLst>
                    <a:ext uri="{FF2B5EF4-FFF2-40B4-BE49-F238E27FC236}">
                      <a16:creationId xmlns:a16="http://schemas.microsoft.com/office/drawing/2014/main" id="{AF958F83-CE83-0119-63A1-740F7986EA8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Line 67">
                  <a:extLst>
                    <a:ext uri="{FF2B5EF4-FFF2-40B4-BE49-F238E27FC236}">
                      <a16:creationId xmlns:a16="http://schemas.microsoft.com/office/drawing/2014/main" id="{350E6593-1CDD-057A-1AF9-69A7E30DFA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Line 80">
                  <a:extLst>
                    <a:ext uri="{FF2B5EF4-FFF2-40B4-BE49-F238E27FC236}">
                      <a16:creationId xmlns:a16="http://schemas.microsoft.com/office/drawing/2014/main" id="{7EE8E972-9102-7B46-A816-38B87EBDCDC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Line 83">
                  <a:extLst>
                    <a:ext uri="{FF2B5EF4-FFF2-40B4-BE49-F238E27FC236}">
                      <a16:creationId xmlns:a16="http://schemas.microsoft.com/office/drawing/2014/main" id="{1639E48B-6103-6D12-152A-7E65367F139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Line 86">
                  <a:extLst>
                    <a:ext uri="{FF2B5EF4-FFF2-40B4-BE49-F238E27FC236}">
                      <a16:creationId xmlns:a16="http://schemas.microsoft.com/office/drawing/2014/main" id="{A9610A92-3C08-3D21-317C-3EC54842D64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Line 89">
                  <a:extLst>
                    <a:ext uri="{FF2B5EF4-FFF2-40B4-BE49-F238E27FC236}">
                      <a16:creationId xmlns:a16="http://schemas.microsoft.com/office/drawing/2014/main" id="{634275BE-FA07-D4C3-6776-B825D54F12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EDB892-8A40-A85C-FC80-5CE5E4ADD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F7F1318-7237-712D-9C49-513BC6667F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9DB0A338-5FA4-641D-645E-C95FBE132A3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E5B8AF1D-2E94-3657-3CC6-F3587A2211F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Rectangle 30">
                  <a:extLst>
                    <a:ext uri="{FF2B5EF4-FFF2-40B4-BE49-F238E27FC236}">
                      <a16:creationId xmlns:a16="http://schemas.microsoft.com/office/drawing/2014/main" id="{87C61275-A12D-8D38-8E56-BD55414B3C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30">
                  <a:extLst>
                    <a:ext uri="{FF2B5EF4-FFF2-40B4-BE49-F238E27FC236}">
                      <a16:creationId xmlns:a16="http://schemas.microsoft.com/office/drawing/2014/main" id="{9256337D-9F05-3285-E595-B24E31DE10E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02631FE0-9912-780D-7D35-01F1E13CEB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7C44AD88-E17C-1D8A-3EBC-F2DF123B0DC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B1A1C480-DF8D-3059-05A5-8015FBDDA9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7A79ED-CDA8-A9FF-1307-4DEC66B4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0978C53-AA8E-1FE9-CEA5-AB63B62C97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9" name="Freeform 68">
                  <a:extLst>
                    <a:ext uri="{FF2B5EF4-FFF2-40B4-BE49-F238E27FC236}">
                      <a16:creationId xmlns:a16="http://schemas.microsoft.com/office/drawing/2014/main" id="{45BCE627-F41E-0082-B50A-2CEC26C9904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69">
                  <a:extLst>
                    <a:ext uri="{FF2B5EF4-FFF2-40B4-BE49-F238E27FC236}">
                      <a16:creationId xmlns:a16="http://schemas.microsoft.com/office/drawing/2014/main" id="{6FFC20EC-9D09-89DC-5EDA-769725E121D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Line 70">
                  <a:extLst>
                    <a:ext uri="{FF2B5EF4-FFF2-40B4-BE49-F238E27FC236}">
                      <a16:creationId xmlns:a16="http://schemas.microsoft.com/office/drawing/2014/main" id="{B6B1A5AB-E83C-7D1C-4FD8-0E4754CF73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2766157-A78E-299B-DE51-BC3236E8CD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6" name="Freeform 68">
                  <a:extLst>
                    <a:ext uri="{FF2B5EF4-FFF2-40B4-BE49-F238E27FC236}">
                      <a16:creationId xmlns:a16="http://schemas.microsoft.com/office/drawing/2014/main" id="{3155448B-FEF3-4DA7-74D1-9F3260108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69">
                  <a:extLst>
                    <a:ext uri="{FF2B5EF4-FFF2-40B4-BE49-F238E27FC236}">
                      <a16:creationId xmlns:a16="http://schemas.microsoft.com/office/drawing/2014/main" id="{E7CC3C5A-88C0-37FB-88DE-35627BF2F8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Line 70">
                  <a:extLst>
                    <a:ext uri="{FF2B5EF4-FFF2-40B4-BE49-F238E27FC236}">
                      <a16:creationId xmlns:a16="http://schemas.microsoft.com/office/drawing/2014/main" id="{2FAB5CEA-4C92-4DC1-548A-B2AF9AA894C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D4AD396-5643-48EE-75D6-757469C95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06A6B52-3A8E-9674-AAC6-D00C60E42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7459505-AEE5-0419-953B-0612B08C0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75" name="Freeform 64">
                <a:extLst>
                  <a:ext uri="{FF2B5EF4-FFF2-40B4-BE49-F238E27FC236}">
                    <a16:creationId xmlns:a16="http://schemas.microsoft.com/office/drawing/2014/main" id="{7B5FB2C5-9ACD-3BAD-E6B4-0BF485E4C5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81">
                <a:extLst>
                  <a:ext uri="{FF2B5EF4-FFF2-40B4-BE49-F238E27FC236}">
                    <a16:creationId xmlns:a16="http://schemas.microsoft.com/office/drawing/2014/main" id="{496A599E-0ADD-535C-2A4A-11FCDFF6AF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61">
                <a:extLst>
                  <a:ext uri="{FF2B5EF4-FFF2-40B4-BE49-F238E27FC236}">
                    <a16:creationId xmlns:a16="http://schemas.microsoft.com/office/drawing/2014/main" id="{245BF3A6-705E-B883-86D1-BAB15DA545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F442F3AC-CF28-F4C3-5157-2B6AC92F43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84">
                <a:extLst>
                  <a:ext uri="{FF2B5EF4-FFF2-40B4-BE49-F238E27FC236}">
                    <a16:creationId xmlns:a16="http://schemas.microsoft.com/office/drawing/2014/main" id="{2DD65FDE-21C5-E860-D9FF-53700765C4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87">
                <a:extLst>
                  <a:ext uri="{FF2B5EF4-FFF2-40B4-BE49-F238E27FC236}">
                    <a16:creationId xmlns:a16="http://schemas.microsoft.com/office/drawing/2014/main" id="{913496E6-7E21-225D-18A7-C16C805170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60">
                <a:extLst>
                  <a:ext uri="{FF2B5EF4-FFF2-40B4-BE49-F238E27FC236}">
                    <a16:creationId xmlns:a16="http://schemas.microsoft.com/office/drawing/2014/main" id="{FEE96555-8EA1-3E33-29E9-63A85FBD05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59">
                <a:extLst>
                  <a:ext uri="{FF2B5EF4-FFF2-40B4-BE49-F238E27FC236}">
                    <a16:creationId xmlns:a16="http://schemas.microsoft.com/office/drawing/2014/main" id="{B97AF3ED-AC32-5289-C2C7-0AC4480D8F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62">
                <a:extLst>
                  <a:ext uri="{FF2B5EF4-FFF2-40B4-BE49-F238E27FC236}">
                    <a16:creationId xmlns:a16="http://schemas.microsoft.com/office/drawing/2014/main" id="{885D25B4-193B-C540-38AA-9E22A27CDF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65">
                <a:extLst>
                  <a:ext uri="{FF2B5EF4-FFF2-40B4-BE49-F238E27FC236}">
                    <a16:creationId xmlns:a16="http://schemas.microsoft.com/office/drawing/2014/main" id="{A84456EF-BF88-B4BF-4001-F9228211F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79">
                <a:extLst>
                  <a:ext uri="{FF2B5EF4-FFF2-40B4-BE49-F238E27FC236}">
                    <a16:creationId xmlns:a16="http://schemas.microsoft.com/office/drawing/2014/main" id="{8452EB35-D426-1C44-3E1F-CAB64E1CF5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82">
                <a:extLst>
                  <a:ext uri="{FF2B5EF4-FFF2-40B4-BE49-F238E27FC236}">
                    <a16:creationId xmlns:a16="http://schemas.microsoft.com/office/drawing/2014/main" id="{E1F4BAE4-F7B9-C87D-EF6B-F3CDBC03D0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85">
                <a:extLst>
                  <a:ext uri="{FF2B5EF4-FFF2-40B4-BE49-F238E27FC236}">
                    <a16:creationId xmlns:a16="http://schemas.microsoft.com/office/drawing/2014/main" id="{34161953-4CEF-AADE-3E1E-467F7222D9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8">
                <a:extLst>
                  <a:ext uri="{FF2B5EF4-FFF2-40B4-BE49-F238E27FC236}">
                    <a16:creationId xmlns:a16="http://schemas.microsoft.com/office/drawing/2014/main" id="{95E8FBB2-597E-B217-5A24-475F7A7F14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1B7D9798-9950-B668-985B-ADDCA89E22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0" name="Line 63">
                  <a:extLst>
                    <a:ext uri="{FF2B5EF4-FFF2-40B4-BE49-F238E27FC236}">
                      <a16:creationId xmlns:a16="http://schemas.microsoft.com/office/drawing/2014/main" id="{6387B321-45C8-33CD-8CC7-3B74167493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" name="Line 66">
                  <a:extLst>
                    <a:ext uri="{FF2B5EF4-FFF2-40B4-BE49-F238E27FC236}">
                      <a16:creationId xmlns:a16="http://schemas.microsoft.com/office/drawing/2014/main" id="{127C41C6-AFDD-290B-16C7-7FB26E0910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" name="Line 67">
                  <a:extLst>
                    <a:ext uri="{FF2B5EF4-FFF2-40B4-BE49-F238E27FC236}">
                      <a16:creationId xmlns:a16="http://schemas.microsoft.com/office/drawing/2014/main" id="{BC8C93E6-0F34-DB13-A37B-2C1266225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Line 80">
                  <a:extLst>
                    <a:ext uri="{FF2B5EF4-FFF2-40B4-BE49-F238E27FC236}">
                      <a16:creationId xmlns:a16="http://schemas.microsoft.com/office/drawing/2014/main" id="{0FEFF0C4-A389-9CCD-65C7-A95CFA7F2D6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Line 83">
                  <a:extLst>
                    <a:ext uri="{FF2B5EF4-FFF2-40B4-BE49-F238E27FC236}">
                      <a16:creationId xmlns:a16="http://schemas.microsoft.com/office/drawing/2014/main" id="{0E081239-CF65-BCA3-8A2F-A93F75F9EB7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Line 86">
                  <a:extLst>
                    <a:ext uri="{FF2B5EF4-FFF2-40B4-BE49-F238E27FC236}">
                      <a16:creationId xmlns:a16="http://schemas.microsoft.com/office/drawing/2014/main" id="{D28B30FD-846A-9CAB-5A57-BCDEB09FA8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Line 89">
                  <a:extLst>
                    <a:ext uri="{FF2B5EF4-FFF2-40B4-BE49-F238E27FC236}">
                      <a16:creationId xmlns:a16="http://schemas.microsoft.com/office/drawing/2014/main" id="{FA3E6F09-5A5D-4589-2681-61FA3C2297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82F5FAF-142F-8535-018D-D0AFEED69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73F33642-510F-582D-40F6-B7A9FC52F5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7DD8FA29-D19E-3945-399C-D0FE6B6A1B9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244F88BF-DFEF-DDA8-BA50-89CE2169F3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Rectangle 30">
                  <a:extLst>
                    <a:ext uri="{FF2B5EF4-FFF2-40B4-BE49-F238E27FC236}">
                      <a16:creationId xmlns:a16="http://schemas.microsoft.com/office/drawing/2014/main" id="{82830647-28B2-C0E2-7399-C0381EA5BC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Rectangle 30">
                  <a:extLst>
                    <a:ext uri="{FF2B5EF4-FFF2-40B4-BE49-F238E27FC236}">
                      <a16:creationId xmlns:a16="http://schemas.microsoft.com/office/drawing/2014/main" id="{895B3870-DD4E-8000-E318-A3FD0302502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832DE0DD-2EA2-F9F3-902A-2055C75722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C05277D4-6F14-A530-7D21-C5167743E4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E7C26B7D-639D-F6B2-D767-186249A3D32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C6CCE2A-3564-77EC-F475-1AA5E9605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D66950B6-4144-568C-E639-03CE18FFF2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4" name="Freeform 68">
                  <a:extLst>
                    <a:ext uri="{FF2B5EF4-FFF2-40B4-BE49-F238E27FC236}">
                      <a16:creationId xmlns:a16="http://schemas.microsoft.com/office/drawing/2014/main" id="{DFBD5734-0757-7C3F-B634-EF743BBF55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69">
                  <a:extLst>
                    <a:ext uri="{FF2B5EF4-FFF2-40B4-BE49-F238E27FC236}">
                      <a16:creationId xmlns:a16="http://schemas.microsoft.com/office/drawing/2014/main" id="{3C797BCB-715B-261A-1639-65AE8909E5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Line 70">
                  <a:extLst>
                    <a:ext uri="{FF2B5EF4-FFF2-40B4-BE49-F238E27FC236}">
                      <a16:creationId xmlns:a16="http://schemas.microsoft.com/office/drawing/2014/main" id="{D6920C7C-C15B-B5DD-67DD-C7329B38E6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DEF91324-3480-AE92-894B-C9AFC0A5A1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1" name="Freeform 68">
                  <a:extLst>
                    <a:ext uri="{FF2B5EF4-FFF2-40B4-BE49-F238E27FC236}">
                      <a16:creationId xmlns:a16="http://schemas.microsoft.com/office/drawing/2014/main" id="{53C36286-0B6F-B9C8-E43C-E40F461066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Freeform 69">
                  <a:extLst>
                    <a:ext uri="{FF2B5EF4-FFF2-40B4-BE49-F238E27FC236}">
                      <a16:creationId xmlns:a16="http://schemas.microsoft.com/office/drawing/2014/main" id="{702AA6DB-5112-B60C-B396-C518E2E5B7C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Line 70">
                  <a:extLst>
                    <a:ext uri="{FF2B5EF4-FFF2-40B4-BE49-F238E27FC236}">
                      <a16:creationId xmlns:a16="http://schemas.microsoft.com/office/drawing/2014/main" id="{27B792DE-13EF-1B13-84C8-496D92E3C24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4" name="Immagine 3">
            <a:extLst>
              <a:ext uri="{FF2B5EF4-FFF2-40B4-BE49-F238E27FC236}">
                <a16:creationId xmlns:a16="http://schemas.microsoft.com/office/drawing/2014/main" id="{B7C7028D-D354-9780-AA6F-24BDDFE5F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155" y="75582"/>
            <a:ext cx="859971" cy="48922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EF802DF-F431-381E-43DE-80BAC7169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582" y="95685"/>
            <a:ext cx="859971" cy="489228"/>
          </a:xfrm>
          <a:prstGeom prst="rect">
            <a:avLst/>
          </a:prstGeom>
        </p:spPr>
      </p:pic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CA6B02D4-9B86-64C5-11E7-A50831E54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836462" y="732637"/>
            <a:ext cx="4402647" cy="4280758"/>
          </a:xfrm>
          <a:prstGeom prst="rect">
            <a:avLst/>
          </a:prstGeom>
        </p:spPr>
      </p:pic>
      <p:sp>
        <p:nvSpPr>
          <p:cNvPr id="9" name="Segnaposto contenuto 6">
            <a:extLst>
              <a:ext uri="{FF2B5EF4-FFF2-40B4-BE49-F238E27FC236}">
                <a16:creationId xmlns:a16="http://schemas.microsoft.com/office/drawing/2014/main" id="{276544BD-FACD-9237-DE9A-0E3DB8175448}"/>
              </a:ext>
            </a:extLst>
          </p:cNvPr>
          <p:cNvSpPr txBox="1">
            <a:spLocks/>
          </p:cNvSpPr>
          <p:nvPr/>
        </p:nvSpPr>
        <p:spPr>
          <a:xfrm>
            <a:off x="392242" y="5208215"/>
            <a:ext cx="11407515" cy="1852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0000" indent="-360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a player, I want to be able to flee to escape from monsters.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a player, I want to be able to reason with monsters, so I have an alternative to combat and gain advantages through intelligent choices.</a:t>
            </a:r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DB8925F5-ED0F-8D1C-19BA-720EBE698B18}"/>
              </a:ext>
            </a:extLst>
          </p:cNvPr>
          <p:cNvSpPr txBox="1">
            <a:spLocks/>
          </p:cNvSpPr>
          <p:nvPr/>
        </p:nvSpPr>
        <p:spPr>
          <a:xfrm>
            <a:off x="2566945" y="73565"/>
            <a:ext cx="6468781" cy="57837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dirty="0"/>
              <a:t>SCHEMI UML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8502C8A-5494-5C8B-66DA-598D37CC6D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3" r="65644" b="3230"/>
          <a:stretch>
            <a:fillRect/>
          </a:stretch>
        </p:blipFill>
        <p:spPr>
          <a:xfrm>
            <a:off x="1038393" y="1082787"/>
            <a:ext cx="2185167" cy="9098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2" name="Immagine 51">
            <a:extLst>
              <a:ext uri="{FF2B5EF4-FFF2-40B4-BE49-F238E27FC236}">
                <a16:creationId xmlns:a16="http://schemas.microsoft.com/office/drawing/2014/main" id="{1BE8CC8D-32E9-6089-8A2A-89A449D622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57" t="-1" r="37161" b="-2388"/>
          <a:stretch>
            <a:fillRect/>
          </a:stretch>
        </p:blipFill>
        <p:spPr>
          <a:xfrm>
            <a:off x="1049111" y="2273860"/>
            <a:ext cx="2167564" cy="9627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4" name="Immagine 53">
            <a:extLst>
              <a:ext uri="{FF2B5EF4-FFF2-40B4-BE49-F238E27FC236}">
                <a16:creationId xmlns:a16="http://schemas.microsoft.com/office/drawing/2014/main" id="{1F638C55-9CC1-614E-2116-4532DE1DF1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39" r="6934"/>
          <a:stretch>
            <a:fillRect/>
          </a:stretch>
        </p:blipFill>
        <p:spPr>
          <a:xfrm>
            <a:off x="1010886" y="3473214"/>
            <a:ext cx="2212674" cy="9402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08265105"/>
      </p:ext>
    </p:extLst>
  </p:cSld>
  <p:clrMapOvr>
    <a:masterClrMapping/>
  </p:clrMapOvr>
  <p:transition spd="med">
    <p:pull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130F7-C803-FE71-9B44-725459F8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5B4E3F8-8AC0-3E82-30D7-86A1F0328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69B14F-955B-1258-1082-7B38546D1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CD0929E-58AA-6AC2-0B4F-033C6B70C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0" name="Freeform 64">
                <a:extLst>
                  <a:ext uri="{FF2B5EF4-FFF2-40B4-BE49-F238E27FC236}">
                    <a16:creationId xmlns:a16="http://schemas.microsoft.com/office/drawing/2014/main" id="{C8A7D631-11CC-7731-8EC4-7DC6A6EA0F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81">
                <a:extLst>
                  <a:ext uri="{FF2B5EF4-FFF2-40B4-BE49-F238E27FC236}">
                    <a16:creationId xmlns:a16="http://schemas.microsoft.com/office/drawing/2014/main" id="{59C832BB-732D-3421-0FD6-30D618DBD8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61">
                <a:extLst>
                  <a:ext uri="{FF2B5EF4-FFF2-40B4-BE49-F238E27FC236}">
                    <a16:creationId xmlns:a16="http://schemas.microsoft.com/office/drawing/2014/main" id="{C821FCEA-1A09-7E60-B731-733454BAA2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78">
                <a:extLst>
                  <a:ext uri="{FF2B5EF4-FFF2-40B4-BE49-F238E27FC236}">
                    <a16:creationId xmlns:a16="http://schemas.microsoft.com/office/drawing/2014/main" id="{186A53B8-98C1-F533-B884-437DD50B7B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84">
                <a:extLst>
                  <a:ext uri="{FF2B5EF4-FFF2-40B4-BE49-F238E27FC236}">
                    <a16:creationId xmlns:a16="http://schemas.microsoft.com/office/drawing/2014/main" id="{DB173CEE-845D-866B-3E02-233C90E3E2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87">
                <a:extLst>
                  <a:ext uri="{FF2B5EF4-FFF2-40B4-BE49-F238E27FC236}">
                    <a16:creationId xmlns:a16="http://schemas.microsoft.com/office/drawing/2014/main" id="{21FB7AA6-890D-42BC-4CE5-490108ED4C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60">
                <a:extLst>
                  <a:ext uri="{FF2B5EF4-FFF2-40B4-BE49-F238E27FC236}">
                    <a16:creationId xmlns:a16="http://schemas.microsoft.com/office/drawing/2014/main" id="{F199FB64-6F49-9F6C-2456-D4D28D5129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59">
                <a:extLst>
                  <a:ext uri="{FF2B5EF4-FFF2-40B4-BE49-F238E27FC236}">
                    <a16:creationId xmlns:a16="http://schemas.microsoft.com/office/drawing/2014/main" id="{781F0F43-BAC3-14CE-E408-B78DA896BA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62">
                <a:extLst>
                  <a:ext uri="{FF2B5EF4-FFF2-40B4-BE49-F238E27FC236}">
                    <a16:creationId xmlns:a16="http://schemas.microsoft.com/office/drawing/2014/main" id="{4466FDF6-60AE-0054-473F-8CF33FF06B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65">
                <a:extLst>
                  <a:ext uri="{FF2B5EF4-FFF2-40B4-BE49-F238E27FC236}">
                    <a16:creationId xmlns:a16="http://schemas.microsoft.com/office/drawing/2014/main" id="{DE801DC2-A9E6-5A0E-A02D-2BEE730F12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79">
                <a:extLst>
                  <a:ext uri="{FF2B5EF4-FFF2-40B4-BE49-F238E27FC236}">
                    <a16:creationId xmlns:a16="http://schemas.microsoft.com/office/drawing/2014/main" id="{D1261176-A3BA-9727-CB01-A96439E546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82">
                <a:extLst>
                  <a:ext uri="{FF2B5EF4-FFF2-40B4-BE49-F238E27FC236}">
                    <a16:creationId xmlns:a16="http://schemas.microsoft.com/office/drawing/2014/main" id="{5F51E891-57F1-64B3-7FED-A1DC31B14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5">
                <a:extLst>
                  <a:ext uri="{FF2B5EF4-FFF2-40B4-BE49-F238E27FC236}">
                    <a16:creationId xmlns:a16="http://schemas.microsoft.com/office/drawing/2014/main" id="{8388DA68-29CA-F4D7-5851-04E3159B68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8">
                <a:extLst>
                  <a:ext uri="{FF2B5EF4-FFF2-40B4-BE49-F238E27FC236}">
                    <a16:creationId xmlns:a16="http://schemas.microsoft.com/office/drawing/2014/main" id="{C7E088FB-3C94-AFD1-BE09-D74AF5DE9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240EA515-E3D8-92F7-6824-09A3CB64E9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45" name="Line 63">
                  <a:extLst>
                    <a:ext uri="{FF2B5EF4-FFF2-40B4-BE49-F238E27FC236}">
                      <a16:creationId xmlns:a16="http://schemas.microsoft.com/office/drawing/2014/main" id="{A656BD24-5A5F-0523-4694-BF07A4953E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Line 66">
                  <a:extLst>
                    <a:ext uri="{FF2B5EF4-FFF2-40B4-BE49-F238E27FC236}">
                      <a16:creationId xmlns:a16="http://schemas.microsoft.com/office/drawing/2014/main" id="{63ECA87C-EA38-226B-0DF4-E70D5F2287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Line 67">
                  <a:extLst>
                    <a:ext uri="{FF2B5EF4-FFF2-40B4-BE49-F238E27FC236}">
                      <a16:creationId xmlns:a16="http://schemas.microsoft.com/office/drawing/2014/main" id="{88C8CD01-E27E-804A-7AA7-94CE301ECF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Line 80">
                  <a:extLst>
                    <a:ext uri="{FF2B5EF4-FFF2-40B4-BE49-F238E27FC236}">
                      <a16:creationId xmlns:a16="http://schemas.microsoft.com/office/drawing/2014/main" id="{6147F06E-CA69-E57B-756B-809EFDBE625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Line 83">
                  <a:extLst>
                    <a:ext uri="{FF2B5EF4-FFF2-40B4-BE49-F238E27FC236}">
                      <a16:creationId xmlns:a16="http://schemas.microsoft.com/office/drawing/2014/main" id="{DD1AE0E1-18B0-540B-CA6D-67D249BA72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Line 86">
                  <a:extLst>
                    <a:ext uri="{FF2B5EF4-FFF2-40B4-BE49-F238E27FC236}">
                      <a16:creationId xmlns:a16="http://schemas.microsoft.com/office/drawing/2014/main" id="{8C995828-86BF-B281-E353-603EDF1117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Line 89">
                  <a:extLst>
                    <a:ext uri="{FF2B5EF4-FFF2-40B4-BE49-F238E27FC236}">
                      <a16:creationId xmlns:a16="http://schemas.microsoft.com/office/drawing/2014/main" id="{F512F1C0-09CD-7057-CA99-EBFC043ACCB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653CB6-DC0C-E338-1458-D8995D097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2F6828A3-A226-C1E4-ACAE-4A3A010ADB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1447D798-641D-0EE7-05EB-340AF3F2E38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04F6D6A-9AD4-730A-97BC-D1DFCA359B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Rectangle 30">
                  <a:extLst>
                    <a:ext uri="{FF2B5EF4-FFF2-40B4-BE49-F238E27FC236}">
                      <a16:creationId xmlns:a16="http://schemas.microsoft.com/office/drawing/2014/main" id="{74452BCD-A525-4542-C426-A69E2C94575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30">
                  <a:extLst>
                    <a:ext uri="{FF2B5EF4-FFF2-40B4-BE49-F238E27FC236}">
                      <a16:creationId xmlns:a16="http://schemas.microsoft.com/office/drawing/2014/main" id="{CFD8D55F-B33F-2480-A607-79A3D0BDD1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F60F66A-9F8A-2400-9CEA-D1D82C0AE2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98A0D802-1E24-8F6E-7E92-D084E53BD3C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E3629DB2-97EF-350D-7ED6-B5DD116EB4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098C900-0A8B-7319-179C-8484C120F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2930F05-FD33-F20D-680F-54AE515348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9" name="Freeform 68">
                  <a:extLst>
                    <a:ext uri="{FF2B5EF4-FFF2-40B4-BE49-F238E27FC236}">
                      <a16:creationId xmlns:a16="http://schemas.microsoft.com/office/drawing/2014/main" id="{78159D1D-8AFC-A4BF-825C-4AF877AB42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69">
                  <a:extLst>
                    <a:ext uri="{FF2B5EF4-FFF2-40B4-BE49-F238E27FC236}">
                      <a16:creationId xmlns:a16="http://schemas.microsoft.com/office/drawing/2014/main" id="{2FC6F06D-B425-C07E-F347-8AC626BA44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Line 70">
                  <a:extLst>
                    <a:ext uri="{FF2B5EF4-FFF2-40B4-BE49-F238E27FC236}">
                      <a16:creationId xmlns:a16="http://schemas.microsoft.com/office/drawing/2014/main" id="{88CD2F89-4B7D-16C2-9478-B2CD8B7E414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BC65799-A559-88AE-0FB5-8BAD65131B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6" name="Freeform 68">
                  <a:extLst>
                    <a:ext uri="{FF2B5EF4-FFF2-40B4-BE49-F238E27FC236}">
                      <a16:creationId xmlns:a16="http://schemas.microsoft.com/office/drawing/2014/main" id="{EC4A590F-53A9-6D6F-A3CC-131C340DCB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69">
                  <a:extLst>
                    <a:ext uri="{FF2B5EF4-FFF2-40B4-BE49-F238E27FC236}">
                      <a16:creationId xmlns:a16="http://schemas.microsoft.com/office/drawing/2014/main" id="{41AE1604-A5BD-11B0-3550-F5F99E7D6CB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Line 70">
                  <a:extLst>
                    <a:ext uri="{FF2B5EF4-FFF2-40B4-BE49-F238E27FC236}">
                      <a16:creationId xmlns:a16="http://schemas.microsoft.com/office/drawing/2014/main" id="{9A5B0089-438E-CA7B-F53A-0A3470A598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FAA187E-8D7D-0875-B829-97EF9A162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1728C45-D74A-9C11-D7A1-0359D454F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1FD5FB7-C3FF-761D-FF16-7922D8F919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75" name="Freeform 64">
                <a:extLst>
                  <a:ext uri="{FF2B5EF4-FFF2-40B4-BE49-F238E27FC236}">
                    <a16:creationId xmlns:a16="http://schemas.microsoft.com/office/drawing/2014/main" id="{1636F1E6-7804-0A1E-1DFA-D7946815E9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81">
                <a:extLst>
                  <a:ext uri="{FF2B5EF4-FFF2-40B4-BE49-F238E27FC236}">
                    <a16:creationId xmlns:a16="http://schemas.microsoft.com/office/drawing/2014/main" id="{6FE60A5A-39E2-2610-BCB8-23EB6CAD0E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61">
                <a:extLst>
                  <a:ext uri="{FF2B5EF4-FFF2-40B4-BE49-F238E27FC236}">
                    <a16:creationId xmlns:a16="http://schemas.microsoft.com/office/drawing/2014/main" id="{010E66C1-2FD9-FA12-4825-849D20A626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3614C54C-191E-D787-09C9-A1ECB08A4F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84">
                <a:extLst>
                  <a:ext uri="{FF2B5EF4-FFF2-40B4-BE49-F238E27FC236}">
                    <a16:creationId xmlns:a16="http://schemas.microsoft.com/office/drawing/2014/main" id="{457C2F7F-1432-31D5-9553-317E7EE928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87">
                <a:extLst>
                  <a:ext uri="{FF2B5EF4-FFF2-40B4-BE49-F238E27FC236}">
                    <a16:creationId xmlns:a16="http://schemas.microsoft.com/office/drawing/2014/main" id="{0DFB7F92-BEFA-18F5-9224-94AF9B9D27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60">
                <a:extLst>
                  <a:ext uri="{FF2B5EF4-FFF2-40B4-BE49-F238E27FC236}">
                    <a16:creationId xmlns:a16="http://schemas.microsoft.com/office/drawing/2014/main" id="{05983D7F-0E08-39D4-2B30-0BC0075BF2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59">
                <a:extLst>
                  <a:ext uri="{FF2B5EF4-FFF2-40B4-BE49-F238E27FC236}">
                    <a16:creationId xmlns:a16="http://schemas.microsoft.com/office/drawing/2014/main" id="{1BDFECFA-5A79-0FDB-520C-93AC9DFF83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62">
                <a:extLst>
                  <a:ext uri="{FF2B5EF4-FFF2-40B4-BE49-F238E27FC236}">
                    <a16:creationId xmlns:a16="http://schemas.microsoft.com/office/drawing/2014/main" id="{3B7A560C-4B33-3B91-2363-FC6434FFB8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65">
                <a:extLst>
                  <a:ext uri="{FF2B5EF4-FFF2-40B4-BE49-F238E27FC236}">
                    <a16:creationId xmlns:a16="http://schemas.microsoft.com/office/drawing/2014/main" id="{D32F1B97-DF17-745A-1AD8-AD96976A99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79">
                <a:extLst>
                  <a:ext uri="{FF2B5EF4-FFF2-40B4-BE49-F238E27FC236}">
                    <a16:creationId xmlns:a16="http://schemas.microsoft.com/office/drawing/2014/main" id="{B20AD6AA-CB44-D95D-E2F3-71A4654515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82">
                <a:extLst>
                  <a:ext uri="{FF2B5EF4-FFF2-40B4-BE49-F238E27FC236}">
                    <a16:creationId xmlns:a16="http://schemas.microsoft.com/office/drawing/2014/main" id="{EC6450F1-3519-EFFB-F79B-3F13940825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85">
                <a:extLst>
                  <a:ext uri="{FF2B5EF4-FFF2-40B4-BE49-F238E27FC236}">
                    <a16:creationId xmlns:a16="http://schemas.microsoft.com/office/drawing/2014/main" id="{7FDE456B-E1B8-EB25-2239-D0AFCD4D11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8">
                <a:extLst>
                  <a:ext uri="{FF2B5EF4-FFF2-40B4-BE49-F238E27FC236}">
                    <a16:creationId xmlns:a16="http://schemas.microsoft.com/office/drawing/2014/main" id="{CFA55D3F-C429-8AC5-1A66-EA9B53439D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122B81DD-2D42-E462-4E66-89582B367D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0" name="Line 63">
                  <a:extLst>
                    <a:ext uri="{FF2B5EF4-FFF2-40B4-BE49-F238E27FC236}">
                      <a16:creationId xmlns:a16="http://schemas.microsoft.com/office/drawing/2014/main" id="{0B97D734-FE28-22D7-C1B2-9F1ED7F4B6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" name="Line 66">
                  <a:extLst>
                    <a:ext uri="{FF2B5EF4-FFF2-40B4-BE49-F238E27FC236}">
                      <a16:creationId xmlns:a16="http://schemas.microsoft.com/office/drawing/2014/main" id="{01FDA480-3E1A-A295-1FFA-064380D0B63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" name="Line 67">
                  <a:extLst>
                    <a:ext uri="{FF2B5EF4-FFF2-40B4-BE49-F238E27FC236}">
                      <a16:creationId xmlns:a16="http://schemas.microsoft.com/office/drawing/2014/main" id="{369E536B-E120-C24D-BDDB-28B30DB8C71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Line 80">
                  <a:extLst>
                    <a:ext uri="{FF2B5EF4-FFF2-40B4-BE49-F238E27FC236}">
                      <a16:creationId xmlns:a16="http://schemas.microsoft.com/office/drawing/2014/main" id="{062EC9F9-E2B1-1601-612F-4B8F991F8AC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Line 83">
                  <a:extLst>
                    <a:ext uri="{FF2B5EF4-FFF2-40B4-BE49-F238E27FC236}">
                      <a16:creationId xmlns:a16="http://schemas.microsoft.com/office/drawing/2014/main" id="{5E4A1DFA-0E70-4EC7-648A-A22098751BF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Line 86">
                  <a:extLst>
                    <a:ext uri="{FF2B5EF4-FFF2-40B4-BE49-F238E27FC236}">
                      <a16:creationId xmlns:a16="http://schemas.microsoft.com/office/drawing/2014/main" id="{8051CBCC-ADCF-5DEA-50B3-20770732401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Line 89">
                  <a:extLst>
                    <a:ext uri="{FF2B5EF4-FFF2-40B4-BE49-F238E27FC236}">
                      <a16:creationId xmlns:a16="http://schemas.microsoft.com/office/drawing/2014/main" id="{5997022E-3198-4F26-D900-501A567EC4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2DD80C4-38A8-383C-C2DB-52D325FE1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0323687C-56C6-3681-F38C-90F3025ACA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9E1B1A36-6C79-F03F-C9C9-88644BA39E6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35BB8FBB-84D2-AAEB-F361-BE5BAE53D2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Rectangle 30">
                  <a:extLst>
                    <a:ext uri="{FF2B5EF4-FFF2-40B4-BE49-F238E27FC236}">
                      <a16:creationId xmlns:a16="http://schemas.microsoft.com/office/drawing/2014/main" id="{4E7B1DE5-530A-391B-A7E4-73E7B5A0AA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Rectangle 30">
                  <a:extLst>
                    <a:ext uri="{FF2B5EF4-FFF2-40B4-BE49-F238E27FC236}">
                      <a16:creationId xmlns:a16="http://schemas.microsoft.com/office/drawing/2014/main" id="{186F1ABA-1858-2A4E-C2B9-8972D587E1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1C575DA2-E2F0-E319-B4E9-BF30EE0D6D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60D50B15-58AA-F5DC-E33B-6FE3BD1AB9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868C728F-BCF7-1062-A930-32D9642206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2911F31-6DE9-94EC-7166-EFC582F3D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588C79C5-D03F-6829-0EFC-9C91B83A8A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4" name="Freeform 68">
                  <a:extLst>
                    <a:ext uri="{FF2B5EF4-FFF2-40B4-BE49-F238E27FC236}">
                      <a16:creationId xmlns:a16="http://schemas.microsoft.com/office/drawing/2014/main" id="{F3E549C8-11DC-48C0-F8F7-2C88BBE36A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69">
                  <a:extLst>
                    <a:ext uri="{FF2B5EF4-FFF2-40B4-BE49-F238E27FC236}">
                      <a16:creationId xmlns:a16="http://schemas.microsoft.com/office/drawing/2014/main" id="{3F5DBFB1-3238-D669-4E64-82D3748FAFB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Line 70">
                  <a:extLst>
                    <a:ext uri="{FF2B5EF4-FFF2-40B4-BE49-F238E27FC236}">
                      <a16:creationId xmlns:a16="http://schemas.microsoft.com/office/drawing/2014/main" id="{74DAEE66-BA3E-FC55-96BF-6681E8F54A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EF20647A-90BB-4FDE-F8FB-8122F0A0FD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1" name="Freeform 68">
                  <a:extLst>
                    <a:ext uri="{FF2B5EF4-FFF2-40B4-BE49-F238E27FC236}">
                      <a16:creationId xmlns:a16="http://schemas.microsoft.com/office/drawing/2014/main" id="{9166D7C0-EC1E-5E1F-2231-B467E583AC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Freeform 69">
                  <a:extLst>
                    <a:ext uri="{FF2B5EF4-FFF2-40B4-BE49-F238E27FC236}">
                      <a16:creationId xmlns:a16="http://schemas.microsoft.com/office/drawing/2014/main" id="{765E1178-F3AA-338A-ADEC-7A05814DC3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Line 70">
                  <a:extLst>
                    <a:ext uri="{FF2B5EF4-FFF2-40B4-BE49-F238E27FC236}">
                      <a16:creationId xmlns:a16="http://schemas.microsoft.com/office/drawing/2014/main" id="{7528D7B3-4AF8-E0C6-210D-61ED7774AF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4" name="Immagine 3">
            <a:extLst>
              <a:ext uri="{FF2B5EF4-FFF2-40B4-BE49-F238E27FC236}">
                <a16:creationId xmlns:a16="http://schemas.microsoft.com/office/drawing/2014/main" id="{402A4EFF-14C1-DC7B-84E8-431A8F24E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358" y="156200"/>
            <a:ext cx="859971" cy="48922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9324ABA-BEE4-E0E7-A26C-C87B81A23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77" y="181974"/>
            <a:ext cx="859971" cy="489228"/>
          </a:xfrm>
          <a:prstGeom prst="rect">
            <a:avLst/>
          </a:prstGeom>
        </p:spPr>
      </p:pic>
      <p:pic>
        <p:nvPicPr>
          <p:cNvPr id="52" name="Segnaposto contenuto 51">
            <a:extLst>
              <a:ext uri="{FF2B5EF4-FFF2-40B4-BE49-F238E27FC236}">
                <a16:creationId xmlns:a16="http://schemas.microsoft.com/office/drawing/2014/main" id="{8A28C0AC-CBEF-5726-9D42-9172BE3B04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244689" y="953895"/>
            <a:ext cx="5136196" cy="4040188"/>
          </a:xfrm>
          <a:prstGeom prst="rect">
            <a:avLst/>
          </a:prstGeom>
        </p:spPr>
      </p:pic>
      <p:sp>
        <p:nvSpPr>
          <p:cNvPr id="54" name="Segnaposto contenuto 6">
            <a:extLst>
              <a:ext uri="{FF2B5EF4-FFF2-40B4-BE49-F238E27FC236}">
                <a16:creationId xmlns:a16="http://schemas.microsoft.com/office/drawing/2014/main" id="{67BFC725-F5B6-6505-B4A5-89CDA4240681}"/>
              </a:ext>
            </a:extLst>
          </p:cNvPr>
          <p:cNvSpPr txBox="1">
            <a:spLocks/>
          </p:cNvSpPr>
          <p:nvPr/>
        </p:nvSpPr>
        <p:spPr>
          <a:xfrm>
            <a:off x="746699" y="5326942"/>
            <a:ext cx="10525110" cy="13628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0000" indent="-360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a player, I want to view detailed ability statistics so I can plan my choices</a:t>
            </a:r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847E251D-86A9-4E48-9682-914DD92A1DA1}"/>
              </a:ext>
            </a:extLst>
          </p:cNvPr>
          <p:cNvSpPr txBox="1">
            <a:spLocks/>
          </p:cNvSpPr>
          <p:nvPr/>
        </p:nvSpPr>
        <p:spPr>
          <a:xfrm>
            <a:off x="2591609" y="181880"/>
            <a:ext cx="6468781" cy="57837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dirty="0"/>
              <a:t>SCHEMI UML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5B52F3D-C455-D8BE-3327-6A8F10FF0C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61" b="8868"/>
          <a:stretch>
            <a:fillRect/>
          </a:stretch>
        </p:blipFill>
        <p:spPr>
          <a:xfrm>
            <a:off x="8296748" y="3919710"/>
            <a:ext cx="2001713" cy="10504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6512438"/>
      </p:ext>
    </p:ext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152BE-B462-DEFF-7F3B-72C97918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333AC0-E7A5-EF1B-78BC-5321EA404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0C4AB1-1E02-D219-BF74-4E1CCB75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A43E233-2BE6-822B-1D7F-DCE43B392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0" name="Freeform 64">
                <a:extLst>
                  <a:ext uri="{FF2B5EF4-FFF2-40B4-BE49-F238E27FC236}">
                    <a16:creationId xmlns:a16="http://schemas.microsoft.com/office/drawing/2014/main" id="{7D9ADB29-C726-AE17-3219-8D08791888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81">
                <a:extLst>
                  <a:ext uri="{FF2B5EF4-FFF2-40B4-BE49-F238E27FC236}">
                    <a16:creationId xmlns:a16="http://schemas.microsoft.com/office/drawing/2014/main" id="{F33C93C5-0CC3-70B8-DC97-CC5BDA5ACA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61">
                <a:extLst>
                  <a:ext uri="{FF2B5EF4-FFF2-40B4-BE49-F238E27FC236}">
                    <a16:creationId xmlns:a16="http://schemas.microsoft.com/office/drawing/2014/main" id="{7AAAF175-5689-B042-0BD3-B14A73B183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78">
                <a:extLst>
                  <a:ext uri="{FF2B5EF4-FFF2-40B4-BE49-F238E27FC236}">
                    <a16:creationId xmlns:a16="http://schemas.microsoft.com/office/drawing/2014/main" id="{D06A5640-94C9-3027-5000-C1FE74C806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84">
                <a:extLst>
                  <a:ext uri="{FF2B5EF4-FFF2-40B4-BE49-F238E27FC236}">
                    <a16:creationId xmlns:a16="http://schemas.microsoft.com/office/drawing/2014/main" id="{48127656-6A40-10B8-6C70-DA0F7337B8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87">
                <a:extLst>
                  <a:ext uri="{FF2B5EF4-FFF2-40B4-BE49-F238E27FC236}">
                    <a16:creationId xmlns:a16="http://schemas.microsoft.com/office/drawing/2014/main" id="{FEA48C23-59C6-1EDA-C4B5-043B034A9F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60">
                <a:extLst>
                  <a:ext uri="{FF2B5EF4-FFF2-40B4-BE49-F238E27FC236}">
                    <a16:creationId xmlns:a16="http://schemas.microsoft.com/office/drawing/2014/main" id="{E6AA2D1A-F596-70E9-A6CD-458FCF8909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59">
                <a:extLst>
                  <a:ext uri="{FF2B5EF4-FFF2-40B4-BE49-F238E27FC236}">
                    <a16:creationId xmlns:a16="http://schemas.microsoft.com/office/drawing/2014/main" id="{7870822A-047D-9C35-C69E-C4677AFD15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62">
                <a:extLst>
                  <a:ext uri="{FF2B5EF4-FFF2-40B4-BE49-F238E27FC236}">
                    <a16:creationId xmlns:a16="http://schemas.microsoft.com/office/drawing/2014/main" id="{59DF79EE-695A-7799-1307-F5AAACA24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65">
                <a:extLst>
                  <a:ext uri="{FF2B5EF4-FFF2-40B4-BE49-F238E27FC236}">
                    <a16:creationId xmlns:a16="http://schemas.microsoft.com/office/drawing/2014/main" id="{7C9B4B92-4CFE-EA5D-EC37-C7679F8CEF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79">
                <a:extLst>
                  <a:ext uri="{FF2B5EF4-FFF2-40B4-BE49-F238E27FC236}">
                    <a16:creationId xmlns:a16="http://schemas.microsoft.com/office/drawing/2014/main" id="{BBB03385-5109-38D1-967E-7EB909E9C5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82">
                <a:extLst>
                  <a:ext uri="{FF2B5EF4-FFF2-40B4-BE49-F238E27FC236}">
                    <a16:creationId xmlns:a16="http://schemas.microsoft.com/office/drawing/2014/main" id="{BBEA6908-041C-4041-7973-3B50B2A56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5">
                <a:extLst>
                  <a:ext uri="{FF2B5EF4-FFF2-40B4-BE49-F238E27FC236}">
                    <a16:creationId xmlns:a16="http://schemas.microsoft.com/office/drawing/2014/main" id="{CC8C26D1-2766-AF03-0F85-C48272EF6A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8">
                <a:extLst>
                  <a:ext uri="{FF2B5EF4-FFF2-40B4-BE49-F238E27FC236}">
                    <a16:creationId xmlns:a16="http://schemas.microsoft.com/office/drawing/2014/main" id="{9CE21502-36BB-104D-286D-DB5437366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9B84728C-C0B4-D488-1074-FA05876D7B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45" name="Line 63">
                  <a:extLst>
                    <a:ext uri="{FF2B5EF4-FFF2-40B4-BE49-F238E27FC236}">
                      <a16:creationId xmlns:a16="http://schemas.microsoft.com/office/drawing/2014/main" id="{0353C8A9-44CF-78C4-0A94-DCC5D0E42E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Line 66">
                  <a:extLst>
                    <a:ext uri="{FF2B5EF4-FFF2-40B4-BE49-F238E27FC236}">
                      <a16:creationId xmlns:a16="http://schemas.microsoft.com/office/drawing/2014/main" id="{B2FD9186-295C-2463-B2A3-0357F3ABCFA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Line 67">
                  <a:extLst>
                    <a:ext uri="{FF2B5EF4-FFF2-40B4-BE49-F238E27FC236}">
                      <a16:creationId xmlns:a16="http://schemas.microsoft.com/office/drawing/2014/main" id="{319C7A9E-411C-C5E4-21F2-0266049699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Line 80">
                  <a:extLst>
                    <a:ext uri="{FF2B5EF4-FFF2-40B4-BE49-F238E27FC236}">
                      <a16:creationId xmlns:a16="http://schemas.microsoft.com/office/drawing/2014/main" id="{8F244A17-D824-E257-49CD-A1981765F20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Line 83">
                  <a:extLst>
                    <a:ext uri="{FF2B5EF4-FFF2-40B4-BE49-F238E27FC236}">
                      <a16:creationId xmlns:a16="http://schemas.microsoft.com/office/drawing/2014/main" id="{554F60E5-9F70-79F9-7C15-119571AC08C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Line 86">
                  <a:extLst>
                    <a:ext uri="{FF2B5EF4-FFF2-40B4-BE49-F238E27FC236}">
                      <a16:creationId xmlns:a16="http://schemas.microsoft.com/office/drawing/2014/main" id="{8D49AA23-81E5-4297-E3D6-94EBD2E41E0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Line 89">
                  <a:extLst>
                    <a:ext uri="{FF2B5EF4-FFF2-40B4-BE49-F238E27FC236}">
                      <a16:creationId xmlns:a16="http://schemas.microsoft.com/office/drawing/2014/main" id="{A1167D60-07AA-6B14-ADD0-0354BC63B0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4D20D94-CF77-458C-82D6-6CCDFC62B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30326DA-E1B1-E239-8AF7-C130A37CAC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D88E62C5-5514-6B11-41D9-04B1D31859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EC97FFDF-275A-AA3A-7AF5-19A3E0E955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Rectangle 30">
                  <a:extLst>
                    <a:ext uri="{FF2B5EF4-FFF2-40B4-BE49-F238E27FC236}">
                      <a16:creationId xmlns:a16="http://schemas.microsoft.com/office/drawing/2014/main" id="{4F25180B-8528-C434-4111-53181F5611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30">
                  <a:extLst>
                    <a:ext uri="{FF2B5EF4-FFF2-40B4-BE49-F238E27FC236}">
                      <a16:creationId xmlns:a16="http://schemas.microsoft.com/office/drawing/2014/main" id="{23006371-B35A-99E7-F650-C11DA9DB034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AE4A39A-D499-859E-C6B5-AB977DCFFE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704B1101-9910-3DDD-8FBE-7A35224C16C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A78E5FCD-41E1-6AEE-4D60-012EFE6C546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E269DF-3D8D-72AF-92ED-B3730D37B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5DC4C889-7F4D-2B4E-9DCF-347859F713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9" name="Freeform 68">
                  <a:extLst>
                    <a:ext uri="{FF2B5EF4-FFF2-40B4-BE49-F238E27FC236}">
                      <a16:creationId xmlns:a16="http://schemas.microsoft.com/office/drawing/2014/main" id="{967398D2-C837-CE60-ABE6-7C6A8D19D9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69">
                  <a:extLst>
                    <a:ext uri="{FF2B5EF4-FFF2-40B4-BE49-F238E27FC236}">
                      <a16:creationId xmlns:a16="http://schemas.microsoft.com/office/drawing/2014/main" id="{0FBF6C5C-8045-4A30-2B57-1DDC296314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Line 70">
                  <a:extLst>
                    <a:ext uri="{FF2B5EF4-FFF2-40B4-BE49-F238E27FC236}">
                      <a16:creationId xmlns:a16="http://schemas.microsoft.com/office/drawing/2014/main" id="{575F7F81-A127-946C-6BD8-EFF2087A01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D404F1D-7ABC-BBE5-E50E-82359D8B60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6" name="Freeform 68">
                  <a:extLst>
                    <a:ext uri="{FF2B5EF4-FFF2-40B4-BE49-F238E27FC236}">
                      <a16:creationId xmlns:a16="http://schemas.microsoft.com/office/drawing/2014/main" id="{5C5670A5-42BC-6AA8-D3F8-242AF96897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69">
                  <a:extLst>
                    <a:ext uri="{FF2B5EF4-FFF2-40B4-BE49-F238E27FC236}">
                      <a16:creationId xmlns:a16="http://schemas.microsoft.com/office/drawing/2014/main" id="{871E2064-93D6-F38B-146D-D6158E987AC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Line 70">
                  <a:extLst>
                    <a:ext uri="{FF2B5EF4-FFF2-40B4-BE49-F238E27FC236}">
                      <a16:creationId xmlns:a16="http://schemas.microsoft.com/office/drawing/2014/main" id="{3EB7784C-DA86-1DCB-47B3-F498D7A16B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6FBC71C-590C-CEB4-38D2-10C5F6ED3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73172AE-7E05-B70C-77E7-E5F81909B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DA9762A-DDEF-4DC7-4489-A2686ED94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75" name="Freeform 64">
                <a:extLst>
                  <a:ext uri="{FF2B5EF4-FFF2-40B4-BE49-F238E27FC236}">
                    <a16:creationId xmlns:a16="http://schemas.microsoft.com/office/drawing/2014/main" id="{4D1EA78B-35CA-C43A-A813-4D5B08FF3F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81">
                <a:extLst>
                  <a:ext uri="{FF2B5EF4-FFF2-40B4-BE49-F238E27FC236}">
                    <a16:creationId xmlns:a16="http://schemas.microsoft.com/office/drawing/2014/main" id="{3A3EF006-26FF-D7C1-1A80-25AC867094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61">
                <a:extLst>
                  <a:ext uri="{FF2B5EF4-FFF2-40B4-BE49-F238E27FC236}">
                    <a16:creationId xmlns:a16="http://schemas.microsoft.com/office/drawing/2014/main" id="{DD5C9B56-2B61-CEAF-960C-A4D3D38769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13710DEE-8192-F64B-7DC3-E261825E3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84">
                <a:extLst>
                  <a:ext uri="{FF2B5EF4-FFF2-40B4-BE49-F238E27FC236}">
                    <a16:creationId xmlns:a16="http://schemas.microsoft.com/office/drawing/2014/main" id="{5EE73C48-B46D-AD37-B39F-D2AF6E538A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87">
                <a:extLst>
                  <a:ext uri="{FF2B5EF4-FFF2-40B4-BE49-F238E27FC236}">
                    <a16:creationId xmlns:a16="http://schemas.microsoft.com/office/drawing/2014/main" id="{C79D931D-BB38-F1D0-E295-2F6F95A9BD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60">
                <a:extLst>
                  <a:ext uri="{FF2B5EF4-FFF2-40B4-BE49-F238E27FC236}">
                    <a16:creationId xmlns:a16="http://schemas.microsoft.com/office/drawing/2014/main" id="{C67B646A-70EE-DBED-6154-6BE8D77894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59">
                <a:extLst>
                  <a:ext uri="{FF2B5EF4-FFF2-40B4-BE49-F238E27FC236}">
                    <a16:creationId xmlns:a16="http://schemas.microsoft.com/office/drawing/2014/main" id="{88556F95-7EAB-0F87-82CA-336A529DF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62">
                <a:extLst>
                  <a:ext uri="{FF2B5EF4-FFF2-40B4-BE49-F238E27FC236}">
                    <a16:creationId xmlns:a16="http://schemas.microsoft.com/office/drawing/2014/main" id="{93D7AE35-7101-4F2F-FCD1-D5EFFF548C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65">
                <a:extLst>
                  <a:ext uri="{FF2B5EF4-FFF2-40B4-BE49-F238E27FC236}">
                    <a16:creationId xmlns:a16="http://schemas.microsoft.com/office/drawing/2014/main" id="{9BA704F1-FE6A-0695-330C-8E1E99CD05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79">
                <a:extLst>
                  <a:ext uri="{FF2B5EF4-FFF2-40B4-BE49-F238E27FC236}">
                    <a16:creationId xmlns:a16="http://schemas.microsoft.com/office/drawing/2014/main" id="{D7E94523-78FE-2395-4475-1A4E1FE011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82">
                <a:extLst>
                  <a:ext uri="{FF2B5EF4-FFF2-40B4-BE49-F238E27FC236}">
                    <a16:creationId xmlns:a16="http://schemas.microsoft.com/office/drawing/2014/main" id="{B8EF0EF1-7EF8-92F7-BC4B-FD6305605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85">
                <a:extLst>
                  <a:ext uri="{FF2B5EF4-FFF2-40B4-BE49-F238E27FC236}">
                    <a16:creationId xmlns:a16="http://schemas.microsoft.com/office/drawing/2014/main" id="{4408DF49-0FF7-CB56-A1D2-975D6FE5D7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8">
                <a:extLst>
                  <a:ext uri="{FF2B5EF4-FFF2-40B4-BE49-F238E27FC236}">
                    <a16:creationId xmlns:a16="http://schemas.microsoft.com/office/drawing/2014/main" id="{97866BED-D246-ABB9-CE20-DFB6EAD32E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EBFA2633-88D4-C0B6-2C92-6467E88EC5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0" name="Line 63">
                  <a:extLst>
                    <a:ext uri="{FF2B5EF4-FFF2-40B4-BE49-F238E27FC236}">
                      <a16:creationId xmlns:a16="http://schemas.microsoft.com/office/drawing/2014/main" id="{7D32BCA9-4200-1DE6-56C9-9D3C43751B6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" name="Line 66">
                  <a:extLst>
                    <a:ext uri="{FF2B5EF4-FFF2-40B4-BE49-F238E27FC236}">
                      <a16:creationId xmlns:a16="http://schemas.microsoft.com/office/drawing/2014/main" id="{76707D2E-937C-FDB5-ECE9-9B3F0B827B4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" name="Line 67">
                  <a:extLst>
                    <a:ext uri="{FF2B5EF4-FFF2-40B4-BE49-F238E27FC236}">
                      <a16:creationId xmlns:a16="http://schemas.microsoft.com/office/drawing/2014/main" id="{E636F3C6-3700-C80C-3EAA-88A4110A849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Line 80">
                  <a:extLst>
                    <a:ext uri="{FF2B5EF4-FFF2-40B4-BE49-F238E27FC236}">
                      <a16:creationId xmlns:a16="http://schemas.microsoft.com/office/drawing/2014/main" id="{F537570E-FE0F-A6F8-43CF-FB4A503620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Line 83">
                  <a:extLst>
                    <a:ext uri="{FF2B5EF4-FFF2-40B4-BE49-F238E27FC236}">
                      <a16:creationId xmlns:a16="http://schemas.microsoft.com/office/drawing/2014/main" id="{7C7C1FCD-D61F-0F8F-7021-F674CC3D9D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Line 86">
                  <a:extLst>
                    <a:ext uri="{FF2B5EF4-FFF2-40B4-BE49-F238E27FC236}">
                      <a16:creationId xmlns:a16="http://schemas.microsoft.com/office/drawing/2014/main" id="{1C0246E5-CBC5-9DBA-1D60-87D09C952B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Line 89">
                  <a:extLst>
                    <a:ext uri="{FF2B5EF4-FFF2-40B4-BE49-F238E27FC236}">
                      <a16:creationId xmlns:a16="http://schemas.microsoft.com/office/drawing/2014/main" id="{3FFA4FAF-2240-1AB5-95E6-87A22FAAD5B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2AB79BA-B5A9-1BC6-0927-062EAFE78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19B2537F-BCEF-0772-71AA-233CEA171F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D054D640-5F4A-100A-9F46-BBB290C2B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F9433AA0-DACC-39CD-05B8-6FA3616DD13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Rectangle 30">
                  <a:extLst>
                    <a:ext uri="{FF2B5EF4-FFF2-40B4-BE49-F238E27FC236}">
                      <a16:creationId xmlns:a16="http://schemas.microsoft.com/office/drawing/2014/main" id="{7B10E6CE-2975-884A-6CA0-16020A7B732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Rectangle 30">
                  <a:extLst>
                    <a:ext uri="{FF2B5EF4-FFF2-40B4-BE49-F238E27FC236}">
                      <a16:creationId xmlns:a16="http://schemas.microsoft.com/office/drawing/2014/main" id="{8BF79D52-85FE-5273-1580-0434BA652E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DB9BBF96-765F-8706-2D87-C0937B30D4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065731A9-8A50-60B5-76EC-4E9E07F5CF1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0A657ECF-A47C-B4D4-93FB-552DE1309C0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2048D0-5C9C-70DF-9C2F-78BF04EA1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33562393-9AF1-EE20-B444-DD0728C603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4" name="Freeform 68">
                  <a:extLst>
                    <a:ext uri="{FF2B5EF4-FFF2-40B4-BE49-F238E27FC236}">
                      <a16:creationId xmlns:a16="http://schemas.microsoft.com/office/drawing/2014/main" id="{53ACEB2E-C97D-C50F-F454-E06A491C43D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69">
                  <a:extLst>
                    <a:ext uri="{FF2B5EF4-FFF2-40B4-BE49-F238E27FC236}">
                      <a16:creationId xmlns:a16="http://schemas.microsoft.com/office/drawing/2014/main" id="{0B9F2611-6D41-D329-80A7-1677B61151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Line 70">
                  <a:extLst>
                    <a:ext uri="{FF2B5EF4-FFF2-40B4-BE49-F238E27FC236}">
                      <a16:creationId xmlns:a16="http://schemas.microsoft.com/office/drawing/2014/main" id="{4FCB61AD-A8DF-3594-C9A6-D3DC88B224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C382E324-0D7C-A52F-7260-2F7A5FDC78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1" name="Freeform 68">
                  <a:extLst>
                    <a:ext uri="{FF2B5EF4-FFF2-40B4-BE49-F238E27FC236}">
                      <a16:creationId xmlns:a16="http://schemas.microsoft.com/office/drawing/2014/main" id="{95728EC1-1CDB-B34F-6488-A6FEB9194AF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Freeform 69">
                  <a:extLst>
                    <a:ext uri="{FF2B5EF4-FFF2-40B4-BE49-F238E27FC236}">
                      <a16:creationId xmlns:a16="http://schemas.microsoft.com/office/drawing/2014/main" id="{B12DD1FA-3E27-D4FF-B996-B2F931527A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Line 70">
                  <a:extLst>
                    <a:ext uri="{FF2B5EF4-FFF2-40B4-BE49-F238E27FC236}">
                      <a16:creationId xmlns:a16="http://schemas.microsoft.com/office/drawing/2014/main" id="{54BD9E28-3302-E53B-0D1A-37F8EE846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4" name="Immagine 3">
            <a:extLst>
              <a:ext uri="{FF2B5EF4-FFF2-40B4-BE49-F238E27FC236}">
                <a16:creationId xmlns:a16="http://schemas.microsoft.com/office/drawing/2014/main" id="{54B0AE97-B7D5-2562-B0AD-4848A9083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239" y="206925"/>
            <a:ext cx="859971" cy="48922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12490B5-6757-89F1-D691-85AC3E4F0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909" y="206925"/>
            <a:ext cx="859971" cy="489228"/>
          </a:xfrm>
          <a:prstGeom prst="rect">
            <a:avLst/>
          </a:prstGeom>
        </p:spPr>
      </p:pic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5173A42D-F98A-1C47-DE99-BEB9723FF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439328" y="776652"/>
            <a:ext cx="2970047" cy="4634676"/>
          </a:xfrm>
          <a:prstGeom prst="rect">
            <a:avLst/>
          </a:prstGeom>
        </p:spPr>
      </p:pic>
      <p:sp>
        <p:nvSpPr>
          <p:cNvPr id="9" name="Segnaposto contenuto 6">
            <a:extLst>
              <a:ext uri="{FF2B5EF4-FFF2-40B4-BE49-F238E27FC236}">
                <a16:creationId xmlns:a16="http://schemas.microsoft.com/office/drawing/2014/main" id="{241CBCB2-32F1-E5F2-508D-099FE6A4C00E}"/>
              </a:ext>
            </a:extLst>
          </p:cNvPr>
          <p:cNvSpPr txBox="1">
            <a:spLocks/>
          </p:cNvSpPr>
          <p:nvPr/>
        </p:nvSpPr>
        <p:spPr>
          <a:xfrm>
            <a:off x="775324" y="5623877"/>
            <a:ext cx="10525110" cy="809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0000" indent="-360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a player, I want to have changing abilities so that my experience is dynamic and consistent with the choices made.</a:t>
            </a:r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D5E14449-D524-8F8E-CD94-CD322D46065D}"/>
              </a:ext>
            </a:extLst>
          </p:cNvPr>
          <p:cNvSpPr txBox="1">
            <a:spLocks/>
          </p:cNvSpPr>
          <p:nvPr/>
        </p:nvSpPr>
        <p:spPr>
          <a:xfrm>
            <a:off x="2476021" y="209909"/>
            <a:ext cx="6468781" cy="57837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dirty="0"/>
              <a:t>SCHEMI UML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2EBBEDD-FB46-E5BD-3FA1-3661558847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148" y="1083536"/>
            <a:ext cx="4591694" cy="366591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RightFacing"/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54" name="Immagine 53">
            <a:extLst>
              <a:ext uri="{FF2B5EF4-FFF2-40B4-BE49-F238E27FC236}">
                <a16:creationId xmlns:a16="http://schemas.microsoft.com/office/drawing/2014/main" id="{7B979193-389D-C1DF-FB4F-6876796C23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71" y="1064380"/>
            <a:ext cx="4824020" cy="3797319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/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92899468"/>
      </p:ext>
    </p:extLst>
  </p:cSld>
  <p:clrMapOvr>
    <a:masterClrMapping/>
  </p:clrMapOvr>
  <p:transition spd="med">
    <p:pull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09B59A-621B-9AFF-C0C0-83B9A5EF9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151466"/>
            <a:ext cx="12192000" cy="1112836"/>
          </a:xfrm>
        </p:spPr>
        <p:txBody>
          <a:bodyPr>
            <a:normAutofit/>
          </a:bodyPr>
          <a:lstStyle/>
          <a:p>
            <a:pPr algn="ctr"/>
            <a:r>
              <a:rPr lang="it-IT" sz="4000" b="1" dirty="0"/>
              <a:t>A livello di Codice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30A012A-5DFE-5A7A-7B3D-F953BED82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30" b="93750" l="10000" r="9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846" y="256080"/>
            <a:ext cx="993321" cy="56508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A025438-E369-4615-EED2-3AF27A9515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318" y="266007"/>
            <a:ext cx="993321" cy="565089"/>
          </a:xfrm>
          <a:prstGeom prst="rect">
            <a:avLst/>
          </a:prstGeom>
        </p:spPr>
      </p:pic>
      <p:sp>
        <p:nvSpPr>
          <p:cNvPr id="3" name="Titolo 1">
            <a:extLst>
              <a:ext uri="{FF2B5EF4-FFF2-40B4-BE49-F238E27FC236}">
                <a16:creationId xmlns:a16="http://schemas.microsoft.com/office/drawing/2014/main" id="{40563EFC-01C9-5661-5123-147C799C101D}"/>
              </a:ext>
            </a:extLst>
          </p:cNvPr>
          <p:cNvSpPr txBox="1">
            <a:spLocks/>
          </p:cNvSpPr>
          <p:nvPr/>
        </p:nvSpPr>
        <p:spPr>
          <a:xfrm>
            <a:off x="-51843" y="361478"/>
            <a:ext cx="121920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 dirty="0"/>
              <a:t>Struttura a tre livelli: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0EB05DC-EEB2-BE48-6C11-556C0D1504D6}"/>
              </a:ext>
            </a:extLst>
          </p:cNvPr>
          <p:cNvSpPr txBox="1"/>
          <p:nvPr/>
        </p:nvSpPr>
        <p:spPr>
          <a:xfrm>
            <a:off x="15685" y="1785133"/>
            <a:ext cx="81969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LogicaGioco.py (Il Modello): Contiene i dati e le regole. Qui risiedono le classi dei Personaggi, dei Mostri e degli Item. Si occupa dei calcoli matematici (danni, probabilità di fuga) senza conoscere la grafica.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GUI.py (La Vista): Gestisce tutto ciò che è visivo. Carica le immagini, i font e si occupa di disegnare la barra della vita, gli </a:t>
            </a:r>
            <a:r>
              <a:rPr lang="it-IT" dirty="0" err="1"/>
              <a:t>sprite</a:t>
            </a:r>
            <a:r>
              <a:rPr lang="it-IT" dirty="0"/>
              <a:t> animati e gli effetti di particelle (come il flash rosso quando si viene colpiti).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Main.py (Il Controller): Il "motore" del gioco. Contiene il loop principale (</a:t>
            </a:r>
            <a:r>
              <a:rPr lang="it-IT" dirty="0" err="1"/>
              <a:t>while</a:t>
            </a:r>
            <a:r>
              <a:rPr lang="it-IT" dirty="0"/>
              <a:t> running), coordina il passaggio tra le schermate e smista gli input dell'utente (click del mouse e tastiera) alla logica corretta.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5AD4DD60-3BE3-8DBE-9A85-7A28CAECAA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02" r="549"/>
          <a:stretch>
            <a:fillRect/>
          </a:stretch>
        </p:blipFill>
        <p:spPr>
          <a:xfrm>
            <a:off x="8212627" y="5099966"/>
            <a:ext cx="3206711" cy="17580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D1015151-FBBD-35EB-A671-7A8C7600C4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809"/>
          <a:stretch>
            <a:fillRect/>
          </a:stretch>
        </p:blipFill>
        <p:spPr>
          <a:xfrm>
            <a:off x="7904245" y="1289070"/>
            <a:ext cx="4303440" cy="12550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32D2EDA5-9F96-44B0-CC2D-9209D1B8A0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313" y="2880540"/>
            <a:ext cx="3911844" cy="19718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B0CAD6FD-989B-8672-732D-DB51F8334B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96000" l="667" r="99583">
                        <a14:foregroundMark x1="25167" y1="73000" x2="19417" y2="73000"/>
                        <a14:foregroundMark x1="27500" y1="68000" x2="29500" y2="63917"/>
                        <a14:foregroundMark x1="42833" y1="74167" x2="49000" y2="70750"/>
                        <a14:foregroundMark x1="47583" y1="68000" x2="45833" y2="67083"/>
                        <a14:foregroundMark x1="75667" y1="69167" x2="71583" y2="65667"/>
                        <a14:foregroundMark x1="49500" y1="33250" x2="54333" y2="31833"/>
                        <a14:foregroundMark x1="53583" y1="27583" x2="54583" y2="20833"/>
                        <a14:foregroundMark x1="79833" y1="72500" x2="83167" y2="730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835" y="852758"/>
            <a:ext cx="765776" cy="765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57FEACF6-C5C3-AF9B-4D5C-7434B24AF1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459" y="4365392"/>
            <a:ext cx="1298677" cy="9740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B55DC304-913C-5387-DEB1-38C48A57C7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79" y="4532704"/>
            <a:ext cx="639385" cy="63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3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A8E4-29CC-BBBB-2B27-5212B16D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AD5D8A-9AA7-6719-EBB2-F79715671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238204"/>
            <a:ext cx="10213200" cy="622408"/>
          </a:xfrm>
        </p:spPr>
        <p:txBody>
          <a:bodyPr/>
          <a:lstStyle/>
          <a:p>
            <a:pPr algn="ctr"/>
            <a:r>
              <a:rPr lang="it-IT" b="1" dirty="0"/>
              <a:t>Architettura a Stati ed Eventi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9E16C96-CED3-E2E9-9F5D-098C9A5B37F7}"/>
              </a:ext>
            </a:extLst>
          </p:cNvPr>
          <p:cNvSpPr txBox="1"/>
          <p:nvPr/>
        </p:nvSpPr>
        <p:spPr>
          <a:xfrm>
            <a:off x="495269" y="472694"/>
            <a:ext cx="1046769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it-IT" dirty="0"/>
            </a:b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b="1" dirty="0"/>
              <a:t>Gestione a Stati (Finite State Machine):</a:t>
            </a:r>
            <a:r>
              <a:rPr lang="it-IT" dirty="0"/>
              <a:t> Il flusso è governato dalla variabile </a:t>
            </a:r>
            <a:r>
              <a:rPr lang="it-IT" dirty="0" err="1">
                <a:latin typeface="Courier New" panose="02070309020205020404" pitchFamily="49" charset="0"/>
              </a:rPr>
              <a:t>stato_gioco</a:t>
            </a:r>
            <a:r>
              <a:rPr lang="it-IT" dirty="0"/>
              <a:t>. Ogni fase (Menu, Gameplay, Dialogo) è un compartimento isolato: questo garantisce ordine logico e previene conflitti tra le diverse schermate.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b="1" dirty="0"/>
              <a:t>Logica Event-</a:t>
            </a:r>
            <a:r>
              <a:rPr lang="it-IT" b="1" dirty="0" err="1"/>
              <a:t>Driven</a:t>
            </a:r>
            <a:r>
              <a:rPr lang="it-IT" b="1" dirty="0"/>
              <a:t> (Reattività):</a:t>
            </a:r>
            <a:r>
              <a:rPr lang="it-IT" dirty="0"/>
              <a:t> Il codice non è lineare ma "reattivo". Utilizza il modulo </a:t>
            </a:r>
            <a:r>
              <a:rPr lang="it-IT" dirty="0" err="1">
                <a:latin typeface="Courier New" panose="02070309020205020404" pitchFamily="49" charset="0"/>
              </a:rPr>
              <a:t>pygame.event</a:t>
            </a:r>
            <a:r>
              <a:rPr lang="it-IT" dirty="0"/>
              <a:t> per trasformare istantaneamente ogni input (Click, Tasti, Ridimensionamento) in un'azione logica o in un cambio di stato.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b="1" dirty="0"/>
              <a:t>Sincronizzazione Real-Time (Feedback):</a:t>
            </a:r>
            <a:r>
              <a:rPr lang="it-IT" dirty="0"/>
              <a:t> Adottiamo un ciclo continuo: </a:t>
            </a:r>
            <a:r>
              <a:rPr lang="it-IT" b="1" dirty="0"/>
              <a:t>Intercettazione evento → Calcolo logico → Aggiornamento grafico.</a:t>
            </a:r>
            <a:r>
              <a:rPr lang="it-IT" dirty="0"/>
              <a:t> Ogni modifica (es. perdita HP) viene riflessa immediatamente sulla UI grazie al Pattern Observer.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5115A8A3-3A1C-2306-082C-94E219D393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74"/>
          <a:stretch>
            <a:fillRect/>
          </a:stretch>
        </p:blipFill>
        <p:spPr>
          <a:xfrm>
            <a:off x="206717" y="5718684"/>
            <a:ext cx="4887981" cy="523220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620B4FA0-7BC6-EFA5-404D-2E669E8A6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428" y="4601073"/>
            <a:ext cx="4416495" cy="5374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55A134CE-8B5F-5B4C-0C24-FBBD09CFF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118" y="5927810"/>
            <a:ext cx="6049825" cy="5316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7D0CE628-A128-C795-EE8C-B6FA968874D6}"/>
              </a:ext>
            </a:extLst>
          </p:cNvPr>
          <p:cNvSpPr txBox="1"/>
          <p:nvPr/>
        </p:nvSpPr>
        <p:spPr>
          <a:xfrm>
            <a:off x="5729118" y="415684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1.</a:t>
            </a:r>
            <a:endParaRPr lang="it-IT" sz="2800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4DB8E9CA-CD15-E758-F032-B4927C6D1A16}"/>
              </a:ext>
            </a:extLst>
          </p:cNvPr>
          <p:cNvSpPr txBox="1"/>
          <p:nvPr/>
        </p:nvSpPr>
        <p:spPr>
          <a:xfrm>
            <a:off x="2231923" y="526022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2.</a:t>
            </a:r>
            <a:endParaRPr lang="it-IT" sz="280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31164D3F-DDA6-F594-A170-AC7D76A235CB}"/>
              </a:ext>
            </a:extLst>
          </p:cNvPr>
          <p:cNvSpPr txBox="1"/>
          <p:nvPr/>
        </p:nvSpPr>
        <p:spPr>
          <a:xfrm>
            <a:off x="8327923" y="539810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3.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F8BFCA6-771F-A377-8F62-BE045E0DB6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273" y="242210"/>
            <a:ext cx="993321" cy="565089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80AC5839-A200-9A2D-B970-39D43FD293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406" y="242210"/>
            <a:ext cx="993321" cy="56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59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97A2DA-1992-7626-9D2C-CFE41616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238204"/>
            <a:ext cx="10213200" cy="622408"/>
          </a:xfrm>
        </p:spPr>
        <p:txBody>
          <a:bodyPr/>
          <a:lstStyle/>
          <a:p>
            <a:pPr algn="ctr"/>
            <a:r>
              <a:rPr lang="it-IT" b="1" dirty="0"/>
              <a:t>Gestione Turnistica</a:t>
            </a:r>
          </a:p>
        </p:txBody>
      </p:sp>
      <p:pic>
        <p:nvPicPr>
          <p:cNvPr id="5" name="Segnaposto contenuto 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7442DDF1-C556-9526-2AD3-4C5C124DE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626" y="945980"/>
            <a:ext cx="9236688" cy="2019385"/>
          </a:xfrm>
          <a:prstGeom prst="rect">
            <a:avLst/>
          </a:prstGeom>
        </p:spPr>
      </p:pic>
      <p:pic>
        <p:nvPicPr>
          <p:cNvPr id="7" name="Immagine 6" descr="Immagine che contiene testo, schermata, software&#10;&#10;Il contenuto generato dall'IA potrebbe non essere corretto.">
            <a:extLst>
              <a:ext uri="{FF2B5EF4-FFF2-40B4-BE49-F238E27FC236}">
                <a16:creationId xmlns:a16="http://schemas.microsoft.com/office/drawing/2014/main" id="{04504AF0-A704-431E-2A42-6A02E076F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26" y="3076077"/>
            <a:ext cx="7415145" cy="3633772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6C59F956-9993-7186-A342-A5C47351A1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2428" y="4191375"/>
            <a:ext cx="1376516" cy="172064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5E5E0C4-F3C3-373D-5FB6-AA8E5BDD6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17464" y="4191374"/>
            <a:ext cx="1376516" cy="172064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82BC9E5-9B83-0CC4-E135-4AD7F75878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69" t="27973" r="26236" b="18572"/>
          <a:stretch>
            <a:fillRect/>
          </a:stretch>
        </p:blipFill>
        <p:spPr>
          <a:xfrm>
            <a:off x="9744191" y="3774649"/>
            <a:ext cx="1288026" cy="14256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E0FB0B9-5EB8-CDB0-703F-DA1B30E9D7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930" b="93750" l="10000" r="9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549" y="266863"/>
            <a:ext cx="993321" cy="565089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8EA826C-54A9-5725-83D5-0E072C9CB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930" b="93750" l="10000" r="9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175" y="238204"/>
            <a:ext cx="993321" cy="565089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3C76D888-3438-B273-D7A2-9E056C6238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832" y="238204"/>
            <a:ext cx="993321" cy="565089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2308611A-D4B6-86C7-E1FD-1A8A659863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206" y="281193"/>
            <a:ext cx="993321" cy="56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7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39D24-B62A-1891-6022-6FD2ECF70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03F187-F30A-8F25-061D-9B889FFA2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238204"/>
            <a:ext cx="10213200" cy="622408"/>
          </a:xfrm>
        </p:spPr>
        <p:txBody>
          <a:bodyPr/>
          <a:lstStyle/>
          <a:p>
            <a:pPr algn="ctr"/>
            <a:r>
              <a:rPr lang="it-IT" b="1" dirty="0"/>
              <a:t>Gestione Turnistica</a:t>
            </a:r>
          </a:p>
        </p:txBody>
      </p:sp>
      <p:pic>
        <p:nvPicPr>
          <p:cNvPr id="8" name="Immagine 7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DCF1F546-51C0-12CD-0BAD-28B5A4BD1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31" y="1101738"/>
            <a:ext cx="5521911" cy="1014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Immagine 1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C5FEC717-CD51-78C1-E0BB-E5B76E7ED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242" y="3014085"/>
            <a:ext cx="6708758" cy="37652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00846F8F-18A7-0B73-1C75-FBE09C09DA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651" y="238204"/>
            <a:ext cx="993321" cy="565089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E8149980-5E2F-F9EC-9C21-5B3F0A6DC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930" b="9375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030" y="213347"/>
            <a:ext cx="993321" cy="56508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8B59D08C-908D-B19E-59DB-95696DC84D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811" y="4096956"/>
            <a:ext cx="2522840" cy="25228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529852F0-39A6-AB11-6822-2AFE8260A4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633" y="1132424"/>
            <a:ext cx="1667432" cy="125057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Immagine 11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39D84AD3-3E05-F791-A1AE-0FC090F612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832" y="2357093"/>
            <a:ext cx="5521911" cy="16876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550287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1A5B0E-D876-184E-BB9A-E8BAF8F60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09489"/>
            <a:ext cx="10213200" cy="649996"/>
          </a:xfrm>
        </p:spPr>
        <p:txBody>
          <a:bodyPr/>
          <a:lstStyle/>
          <a:p>
            <a:pPr algn="ctr"/>
            <a:r>
              <a:rPr lang="it-IT" b="1" dirty="0"/>
              <a:t>Test TDD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3EC3BD3-EE37-BD67-DF0D-6CA4E81698A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079965"/>
              </p:ext>
            </p:extLst>
          </p:nvPr>
        </p:nvGraphicFramePr>
        <p:xfrm>
          <a:off x="5146430" y="1160585"/>
          <a:ext cx="2144951" cy="1832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603" imgH="781050" progId="Excel.Sheet.12">
                  <p:embed/>
                </p:oleObj>
              </mc:Choice>
              <mc:Fallback>
                <p:oleObj name="Worksheet" showAsIcon="1" r:id="rId2" imgW="914603" imgH="781050" progId="Excel.Sheet.12">
                  <p:embed/>
                  <p:pic>
                    <p:nvPicPr>
                      <p:cNvPr id="4" name="Segnaposto contenuto 3">
                        <a:extLst>
                          <a:ext uri="{FF2B5EF4-FFF2-40B4-BE49-F238E27FC236}">
                            <a16:creationId xmlns:a16="http://schemas.microsoft.com/office/drawing/2014/main" id="{D3EC3BD3-EE37-BD67-DF0D-6CA4E81698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46430" y="1160585"/>
                        <a:ext cx="2144951" cy="18321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208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9FE8F-744C-5334-ED77-92512E7C9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F862E416-2DA5-67FE-BFC5-A1272E44E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142" b="100000" l="2051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523" y="3067474"/>
            <a:ext cx="5307778" cy="3871983"/>
          </a:xfrm>
          <a:prstGeom prst="rect">
            <a:avLst/>
          </a:prstGeom>
          <a:ln>
            <a:noFill/>
          </a:ln>
          <a:effectLst>
            <a:outerShdw blurRad="190500" sx="109000" sy="109000" algn="tl" rotWithShape="0">
              <a:srgbClr val="000000">
                <a:alpha val="92000"/>
              </a:srgbClr>
            </a:outerShdw>
          </a:effec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93791C6-39BC-B1DC-9C16-2AD3B43BC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2891601"/>
            <a:ext cx="10213200" cy="537399"/>
          </a:xfrm>
          <a:effectLst>
            <a:outerShdw blurRad="50800" dist="38100" dir="2700000" sx="75000" sy="75000" algn="tl" rotWithShape="0">
              <a:prstClr val="black"/>
            </a:outerShdw>
          </a:effectLst>
        </p:spPr>
        <p:txBody>
          <a:bodyPr>
            <a:noAutofit/>
          </a:bodyPr>
          <a:lstStyle/>
          <a:p>
            <a:pPr algn="ctr"/>
            <a:r>
              <a:rPr lang="it-IT" sz="6000" b="1" dirty="0"/>
              <a:t>FINE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2DBB513-E60F-958B-71B0-EC0D0CA07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889" b="90000" l="0" r="994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83" y="-152175"/>
            <a:ext cx="1801866" cy="180186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9E739E2-FAFF-19F3-A43E-91F429F6CF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000" b="98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011" y="5003466"/>
            <a:ext cx="1589714" cy="158971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625D5E5F-4E5A-7423-3194-278765D4C5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000" b="98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353" y="2383663"/>
            <a:ext cx="916757" cy="91675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D9D34BD-88B3-A57A-355B-093F3D94DB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889" b="90000" l="0" r="994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705" y="2304643"/>
            <a:ext cx="1173916" cy="117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33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</Words>
  <Application>Microsoft Office PowerPoint</Application>
  <PresentationFormat>Widescreen</PresentationFormat>
  <Paragraphs>76</Paragraphs>
  <Slides>15</Slides>
  <Notes>2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4" baseType="lpstr">
      <vt:lpstr>Aptos</vt:lpstr>
      <vt:lpstr>Arial</vt:lpstr>
      <vt:lpstr>Avenir Next LT Pro</vt:lpstr>
      <vt:lpstr>Courier New</vt:lpstr>
      <vt:lpstr>Goudy Old Style</vt:lpstr>
      <vt:lpstr>Times New Roman</vt:lpstr>
      <vt:lpstr>Wingdings</vt:lpstr>
      <vt:lpstr>FrostyVTI</vt:lpstr>
      <vt:lpstr>Foglio di lavoro di Microsoft Excel</vt:lpstr>
      <vt:lpstr>BEYOND THE SCREEN</vt:lpstr>
      <vt:lpstr>Recap Gioco</vt:lpstr>
      <vt:lpstr>Obiettivo di questi sprint</vt:lpstr>
      <vt:lpstr>Presentazione standard di PowerPoint</vt:lpstr>
      <vt:lpstr>SCHEMI UML</vt:lpstr>
      <vt:lpstr>SCHEMI UML</vt:lpstr>
      <vt:lpstr>Presentazione standard di PowerPoint</vt:lpstr>
      <vt:lpstr>Presentazione standard di PowerPoint</vt:lpstr>
      <vt:lpstr>Presentazione standard di PowerPoint</vt:lpstr>
      <vt:lpstr>A livello di Codice</vt:lpstr>
      <vt:lpstr>Architettura a Stati ed Eventi</vt:lpstr>
      <vt:lpstr>Gestione Turnistica</vt:lpstr>
      <vt:lpstr>Gestione Turnistica</vt:lpstr>
      <vt:lpstr>Test TDD</vt:lpstr>
      <vt:lpstr>FINE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Giada Napoli</dc:creator>
  <cp:lastModifiedBy>Giada Napoli</cp:lastModifiedBy>
  <cp:revision>30</cp:revision>
  <dcterms:created xsi:type="dcterms:W3CDTF">2025-12-13T12:41:54Z</dcterms:created>
  <dcterms:modified xsi:type="dcterms:W3CDTF">2026-01-13T17:00:31Z</dcterms:modified>
</cp:coreProperties>
</file>